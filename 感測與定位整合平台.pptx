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31"/>
  </p:notesMasterIdLst>
  <p:sldIdLst>
    <p:sldId id="256" r:id="rId2"/>
    <p:sldId id="318" r:id="rId3"/>
    <p:sldId id="257" r:id="rId4"/>
    <p:sldId id="258" r:id="rId5"/>
    <p:sldId id="307" r:id="rId6"/>
    <p:sldId id="259" r:id="rId7"/>
    <p:sldId id="260" r:id="rId8"/>
    <p:sldId id="326" r:id="rId9"/>
    <p:sldId id="308" r:id="rId10"/>
    <p:sldId id="309" r:id="rId11"/>
    <p:sldId id="327" r:id="rId12"/>
    <p:sldId id="310" r:id="rId13"/>
    <p:sldId id="328" r:id="rId14"/>
    <p:sldId id="311" r:id="rId15"/>
    <p:sldId id="312" r:id="rId16"/>
    <p:sldId id="322" r:id="rId17"/>
    <p:sldId id="323" r:id="rId18"/>
    <p:sldId id="325" r:id="rId19"/>
    <p:sldId id="320" r:id="rId20"/>
    <p:sldId id="329" r:id="rId21"/>
    <p:sldId id="330" r:id="rId22"/>
    <p:sldId id="313" r:id="rId23"/>
    <p:sldId id="315" r:id="rId24"/>
    <p:sldId id="316" r:id="rId25"/>
    <p:sldId id="331" r:id="rId26"/>
    <p:sldId id="317" r:id="rId27"/>
    <p:sldId id="263" r:id="rId28"/>
    <p:sldId id="332" r:id="rId29"/>
    <p:sldId id="285" r:id="rId30"/>
  </p:sldIdLst>
  <p:sldSz cx="9144000" cy="5143500" type="screen16x9"/>
  <p:notesSz cx="6858000" cy="9144000"/>
  <p:embeddedFontLst>
    <p:embeddedFont>
      <p:font typeface="Bebas Neue" panose="02020500000000000000" charset="0"/>
      <p:regular r:id="rId32"/>
    </p:embeddedFont>
    <p:embeddedFont>
      <p:font typeface="Manrope ExtraBold" panose="02020500000000000000" charset="0"/>
      <p:bold r:id="rId33"/>
    </p:embeddedFont>
    <p:embeddedFont>
      <p:font typeface="Quicksand" panose="02020500000000000000" charset="0"/>
      <p:regular r:id="rId34"/>
      <p:bold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198006-19C5-4A3C-8D4F-507921A6C721}" v="16" dt="2025-06-09T08:48:45.559"/>
  </p1510:revLst>
</p1510:revInfo>
</file>

<file path=ppt/tableStyles.xml><?xml version="1.0" encoding="utf-8"?>
<a:tblStyleLst xmlns:a="http://schemas.openxmlformats.org/drawingml/2006/main" def="{489577C9-672E-4C7B-9CBB-2FC2554AE4A1}">
  <a:tblStyle styleId="{489577C9-672E-4C7B-9CBB-2FC2554AE4A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553" autoAdjust="0"/>
    <p:restoredTop sz="94660"/>
  </p:normalViewPr>
  <p:slideViewPr>
    <p:cSldViewPr snapToGrid="0">
      <p:cViewPr varScale="1">
        <p:scale>
          <a:sx n="193" d="100"/>
          <a:sy n="193" d="100"/>
        </p:scale>
        <p:origin x="678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>
          <a:extLst>
            <a:ext uri="{FF2B5EF4-FFF2-40B4-BE49-F238E27FC236}">
              <a16:creationId xmlns:a16="http://schemas.microsoft.com/office/drawing/2014/main" id="{1751530F-71F8-8D4A-B2DC-C1BCC36D0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e76684c1ea_17_125:notes">
            <a:extLst>
              <a:ext uri="{FF2B5EF4-FFF2-40B4-BE49-F238E27FC236}">
                <a16:creationId xmlns:a16="http://schemas.microsoft.com/office/drawing/2014/main" id="{B8C1420B-B1D2-EA84-4FB4-AD2146A855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e76684c1ea_17_125:notes">
            <a:extLst>
              <a:ext uri="{FF2B5EF4-FFF2-40B4-BE49-F238E27FC236}">
                <a16:creationId xmlns:a16="http://schemas.microsoft.com/office/drawing/2014/main" id="{86F9DD76-7819-5A36-0F87-F565B4751B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3585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19432094b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119432094b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e76684c1ea_17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e76684c1ea_17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>
          <a:extLst>
            <a:ext uri="{FF2B5EF4-FFF2-40B4-BE49-F238E27FC236}">
              <a16:creationId xmlns:a16="http://schemas.microsoft.com/office/drawing/2014/main" id="{24D194BC-1884-25BB-4CC7-87275833B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e76684c1ea_17_88:notes">
            <a:extLst>
              <a:ext uri="{FF2B5EF4-FFF2-40B4-BE49-F238E27FC236}">
                <a16:creationId xmlns:a16="http://schemas.microsoft.com/office/drawing/2014/main" id="{2E4EF8EF-5F2D-0077-4B19-7970F19D10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e76684c1ea_17_88:notes">
            <a:extLst>
              <a:ext uri="{FF2B5EF4-FFF2-40B4-BE49-F238E27FC236}">
                <a16:creationId xmlns:a16="http://schemas.microsoft.com/office/drawing/2014/main" id="{01471211-1C37-B6C3-E7DF-633610249D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85984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e76684c1ea_17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e76684c1ea_17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238e1f1417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238e1f1417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238e1f1417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238e1f1417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65014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>
          <a:extLst>
            <a:ext uri="{FF2B5EF4-FFF2-40B4-BE49-F238E27FC236}">
              <a16:creationId xmlns:a16="http://schemas.microsoft.com/office/drawing/2014/main" id="{5E52D005-49E6-D3E8-C289-162FA2EE5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e76684c1ea_17_113:notes">
            <a:extLst>
              <a:ext uri="{FF2B5EF4-FFF2-40B4-BE49-F238E27FC236}">
                <a16:creationId xmlns:a16="http://schemas.microsoft.com/office/drawing/2014/main" id="{5AB4AB10-3C1C-5E72-5A0E-2FE73B4BBB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e76684c1ea_17_113:notes">
            <a:extLst>
              <a:ext uri="{FF2B5EF4-FFF2-40B4-BE49-F238E27FC236}">
                <a16:creationId xmlns:a16="http://schemas.microsoft.com/office/drawing/2014/main" id="{E675C316-045B-8CDC-60B9-84210FD1A2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03684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>
          <a:extLst>
            <a:ext uri="{FF2B5EF4-FFF2-40B4-BE49-F238E27FC236}">
              <a16:creationId xmlns:a16="http://schemas.microsoft.com/office/drawing/2014/main" id="{8559E504-0ADE-7052-3835-F73C1B3D0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238e1f1417_0_18:notes">
            <a:extLst>
              <a:ext uri="{FF2B5EF4-FFF2-40B4-BE49-F238E27FC236}">
                <a16:creationId xmlns:a16="http://schemas.microsoft.com/office/drawing/2014/main" id="{D096DD53-37C2-3B4A-0B1D-1C973E8782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238e1f1417_0_18:notes">
            <a:extLst>
              <a:ext uri="{FF2B5EF4-FFF2-40B4-BE49-F238E27FC236}">
                <a16:creationId xmlns:a16="http://schemas.microsoft.com/office/drawing/2014/main" id="{A91BD3F6-36EF-B687-1CC3-D65433F046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41218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>
          <a:extLst>
            <a:ext uri="{FF2B5EF4-FFF2-40B4-BE49-F238E27FC236}">
              <a16:creationId xmlns:a16="http://schemas.microsoft.com/office/drawing/2014/main" id="{8559E504-0ADE-7052-3835-F73C1B3D0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238e1f1417_0_18:notes">
            <a:extLst>
              <a:ext uri="{FF2B5EF4-FFF2-40B4-BE49-F238E27FC236}">
                <a16:creationId xmlns:a16="http://schemas.microsoft.com/office/drawing/2014/main" id="{D096DD53-37C2-3B4A-0B1D-1C973E8782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238e1f1417_0_18:notes">
            <a:extLst>
              <a:ext uri="{FF2B5EF4-FFF2-40B4-BE49-F238E27FC236}">
                <a16:creationId xmlns:a16="http://schemas.microsoft.com/office/drawing/2014/main" id="{A91BD3F6-36EF-B687-1CC3-D65433F046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00299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6D6874C2-E470-39F4-2496-7116BAFEA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e76684c1ea_17_97:notes">
            <a:extLst>
              <a:ext uri="{FF2B5EF4-FFF2-40B4-BE49-F238E27FC236}">
                <a16:creationId xmlns:a16="http://schemas.microsoft.com/office/drawing/2014/main" id="{8624CF6B-1016-5233-5449-DBFF6B66FC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e76684c1ea_17_97:notes">
            <a:extLst>
              <a:ext uri="{FF2B5EF4-FFF2-40B4-BE49-F238E27FC236}">
                <a16:creationId xmlns:a16="http://schemas.microsoft.com/office/drawing/2014/main" id="{49DFACC9-3B46-F934-BA15-6F31F832FC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10004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6D6874C2-E470-39F4-2496-7116BAFEA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e76684c1ea_17_97:notes">
            <a:extLst>
              <a:ext uri="{FF2B5EF4-FFF2-40B4-BE49-F238E27FC236}">
                <a16:creationId xmlns:a16="http://schemas.microsoft.com/office/drawing/2014/main" id="{8624CF6B-1016-5233-5449-DBFF6B66FC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e76684c1ea_17_97:notes">
            <a:extLst>
              <a:ext uri="{FF2B5EF4-FFF2-40B4-BE49-F238E27FC236}">
                <a16:creationId xmlns:a16="http://schemas.microsoft.com/office/drawing/2014/main" id="{49DFACC9-3B46-F934-BA15-6F31F832FC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43398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>
          <a:extLst>
            <a:ext uri="{FF2B5EF4-FFF2-40B4-BE49-F238E27FC236}">
              <a16:creationId xmlns:a16="http://schemas.microsoft.com/office/drawing/2014/main" id="{DB73527C-D4E8-F729-FF26-29C3C314D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e76684c1ea_17_113:notes">
            <a:extLst>
              <a:ext uri="{FF2B5EF4-FFF2-40B4-BE49-F238E27FC236}">
                <a16:creationId xmlns:a16="http://schemas.microsoft.com/office/drawing/2014/main" id="{86969248-9463-68C2-F284-5B91E9D0A0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e76684c1ea_17_113:notes">
            <a:extLst>
              <a:ext uri="{FF2B5EF4-FFF2-40B4-BE49-F238E27FC236}">
                <a16:creationId xmlns:a16="http://schemas.microsoft.com/office/drawing/2014/main" id="{5AB93385-0CBB-6D48-D83F-EFE63F3CDD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13456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>
          <a:extLst>
            <a:ext uri="{FF2B5EF4-FFF2-40B4-BE49-F238E27FC236}">
              <a16:creationId xmlns:a16="http://schemas.microsoft.com/office/drawing/2014/main" id="{9861099A-E073-024D-F553-30D10AA21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238e1f1417_0_18:notes">
            <a:extLst>
              <a:ext uri="{FF2B5EF4-FFF2-40B4-BE49-F238E27FC236}">
                <a16:creationId xmlns:a16="http://schemas.microsoft.com/office/drawing/2014/main" id="{BB1FED5E-6ED9-5394-DE5B-F444BEAE20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238e1f1417_0_18:notes">
            <a:extLst>
              <a:ext uri="{FF2B5EF4-FFF2-40B4-BE49-F238E27FC236}">
                <a16:creationId xmlns:a16="http://schemas.microsoft.com/office/drawing/2014/main" id="{0D5C52AF-B1F9-9F42-A76A-AB10DF63C9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56549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>
          <a:extLst>
            <a:ext uri="{FF2B5EF4-FFF2-40B4-BE49-F238E27FC236}">
              <a16:creationId xmlns:a16="http://schemas.microsoft.com/office/drawing/2014/main" id="{9861099A-E073-024D-F553-30D10AA21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238e1f1417_0_18:notes">
            <a:extLst>
              <a:ext uri="{FF2B5EF4-FFF2-40B4-BE49-F238E27FC236}">
                <a16:creationId xmlns:a16="http://schemas.microsoft.com/office/drawing/2014/main" id="{BB1FED5E-6ED9-5394-DE5B-F444BEAE20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238e1f1417_0_18:notes">
            <a:extLst>
              <a:ext uri="{FF2B5EF4-FFF2-40B4-BE49-F238E27FC236}">
                <a16:creationId xmlns:a16="http://schemas.microsoft.com/office/drawing/2014/main" id="{0D5C52AF-B1F9-9F42-A76A-AB10DF63C9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26936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>
          <a:extLst>
            <a:ext uri="{FF2B5EF4-FFF2-40B4-BE49-F238E27FC236}">
              <a16:creationId xmlns:a16="http://schemas.microsoft.com/office/drawing/2014/main" id="{9861099A-E073-024D-F553-30D10AA21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238e1f1417_0_18:notes">
            <a:extLst>
              <a:ext uri="{FF2B5EF4-FFF2-40B4-BE49-F238E27FC236}">
                <a16:creationId xmlns:a16="http://schemas.microsoft.com/office/drawing/2014/main" id="{BB1FED5E-6ED9-5394-DE5B-F444BEAE20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238e1f1417_0_18:notes">
            <a:extLst>
              <a:ext uri="{FF2B5EF4-FFF2-40B4-BE49-F238E27FC236}">
                <a16:creationId xmlns:a16="http://schemas.microsoft.com/office/drawing/2014/main" id="{0D5C52AF-B1F9-9F42-A76A-AB10DF63C9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46978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>
          <a:extLst>
            <a:ext uri="{FF2B5EF4-FFF2-40B4-BE49-F238E27FC236}">
              <a16:creationId xmlns:a16="http://schemas.microsoft.com/office/drawing/2014/main" id="{9861099A-E073-024D-F553-30D10AA21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238e1f1417_0_18:notes">
            <a:extLst>
              <a:ext uri="{FF2B5EF4-FFF2-40B4-BE49-F238E27FC236}">
                <a16:creationId xmlns:a16="http://schemas.microsoft.com/office/drawing/2014/main" id="{BB1FED5E-6ED9-5394-DE5B-F444BEAE20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238e1f1417_0_18:notes">
            <a:extLst>
              <a:ext uri="{FF2B5EF4-FFF2-40B4-BE49-F238E27FC236}">
                <a16:creationId xmlns:a16="http://schemas.microsoft.com/office/drawing/2014/main" id="{0D5C52AF-B1F9-9F42-A76A-AB10DF63C9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10119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>
          <a:extLst>
            <a:ext uri="{FF2B5EF4-FFF2-40B4-BE49-F238E27FC236}">
              <a16:creationId xmlns:a16="http://schemas.microsoft.com/office/drawing/2014/main" id="{9861099A-E073-024D-F553-30D10AA21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238e1f1417_0_18:notes">
            <a:extLst>
              <a:ext uri="{FF2B5EF4-FFF2-40B4-BE49-F238E27FC236}">
                <a16:creationId xmlns:a16="http://schemas.microsoft.com/office/drawing/2014/main" id="{BB1FED5E-6ED9-5394-DE5B-F444BEAE20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238e1f1417_0_18:notes">
            <a:extLst>
              <a:ext uri="{FF2B5EF4-FFF2-40B4-BE49-F238E27FC236}">
                <a16:creationId xmlns:a16="http://schemas.microsoft.com/office/drawing/2014/main" id="{0D5C52AF-B1F9-9F42-A76A-AB10DF63C9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76102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>
          <a:extLst>
            <a:ext uri="{FF2B5EF4-FFF2-40B4-BE49-F238E27FC236}">
              <a16:creationId xmlns:a16="http://schemas.microsoft.com/office/drawing/2014/main" id="{9861099A-E073-024D-F553-30D10AA21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238e1f1417_0_18:notes">
            <a:extLst>
              <a:ext uri="{FF2B5EF4-FFF2-40B4-BE49-F238E27FC236}">
                <a16:creationId xmlns:a16="http://schemas.microsoft.com/office/drawing/2014/main" id="{BB1FED5E-6ED9-5394-DE5B-F444BEAE20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238e1f1417_0_18:notes">
            <a:extLst>
              <a:ext uri="{FF2B5EF4-FFF2-40B4-BE49-F238E27FC236}">
                <a16:creationId xmlns:a16="http://schemas.microsoft.com/office/drawing/2014/main" id="{0D5C52AF-B1F9-9F42-A76A-AB10DF63C9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54906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>
          <a:extLst>
            <a:ext uri="{FF2B5EF4-FFF2-40B4-BE49-F238E27FC236}">
              <a16:creationId xmlns:a16="http://schemas.microsoft.com/office/drawing/2014/main" id="{9861099A-E073-024D-F553-30D10AA21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238e1f1417_0_18:notes">
            <a:extLst>
              <a:ext uri="{FF2B5EF4-FFF2-40B4-BE49-F238E27FC236}">
                <a16:creationId xmlns:a16="http://schemas.microsoft.com/office/drawing/2014/main" id="{BB1FED5E-6ED9-5394-DE5B-F444BEAE20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238e1f1417_0_18:notes">
            <a:extLst>
              <a:ext uri="{FF2B5EF4-FFF2-40B4-BE49-F238E27FC236}">
                <a16:creationId xmlns:a16="http://schemas.microsoft.com/office/drawing/2014/main" id="{0D5C52AF-B1F9-9F42-A76A-AB10DF63C9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39020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>
          <a:extLst>
            <a:ext uri="{FF2B5EF4-FFF2-40B4-BE49-F238E27FC236}">
              <a16:creationId xmlns:a16="http://schemas.microsoft.com/office/drawing/2014/main" id="{F36D428C-FE50-F1F2-B788-7E5FA5C2B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e76684c1ea_17_113:notes">
            <a:extLst>
              <a:ext uri="{FF2B5EF4-FFF2-40B4-BE49-F238E27FC236}">
                <a16:creationId xmlns:a16="http://schemas.microsoft.com/office/drawing/2014/main" id="{1B164E1E-00DE-F989-C6CD-5F6A29C9D7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e76684c1ea_17_113:notes">
            <a:extLst>
              <a:ext uri="{FF2B5EF4-FFF2-40B4-BE49-F238E27FC236}">
                <a16:creationId xmlns:a16="http://schemas.microsoft.com/office/drawing/2014/main" id="{7F8A71C9-319C-0AB6-D893-A19B2C2BE3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67926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>
          <a:extLst>
            <a:ext uri="{FF2B5EF4-FFF2-40B4-BE49-F238E27FC236}">
              <a16:creationId xmlns:a16="http://schemas.microsoft.com/office/drawing/2014/main" id="{C16394ED-A939-9976-968D-4BA9C8DAF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238e1f1417_0_18:notes">
            <a:extLst>
              <a:ext uri="{FF2B5EF4-FFF2-40B4-BE49-F238E27FC236}">
                <a16:creationId xmlns:a16="http://schemas.microsoft.com/office/drawing/2014/main" id="{4D294225-7C4D-C0E6-F3FF-2582F6DF8B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238e1f1417_0_18:notes">
            <a:extLst>
              <a:ext uri="{FF2B5EF4-FFF2-40B4-BE49-F238E27FC236}">
                <a16:creationId xmlns:a16="http://schemas.microsoft.com/office/drawing/2014/main" id="{E09F6C3C-1458-5299-3244-D3140CC032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67212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>
          <a:extLst>
            <a:ext uri="{FF2B5EF4-FFF2-40B4-BE49-F238E27FC236}">
              <a16:creationId xmlns:a16="http://schemas.microsoft.com/office/drawing/2014/main" id="{29E79AFF-64AC-31C0-1026-689DB3DA7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238e1f1417_0_18:notes">
            <a:extLst>
              <a:ext uri="{FF2B5EF4-FFF2-40B4-BE49-F238E27FC236}">
                <a16:creationId xmlns:a16="http://schemas.microsoft.com/office/drawing/2014/main" id="{B5D0C11C-586E-D6E9-730B-2C6DA1CFC9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238e1f1417_0_18:notes">
            <a:extLst>
              <a:ext uri="{FF2B5EF4-FFF2-40B4-BE49-F238E27FC236}">
                <a16:creationId xmlns:a16="http://schemas.microsoft.com/office/drawing/2014/main" id="{9A29D9C5-DE42-3F17-2F03-336A097615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03712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>
          <a:extLst>
            <a:ext uri="{FF2B5EF4-FFF2-40B4-BE49-F238E27FC236}">
              <a16:creationId xmlns:a16="http://schemas.microsoft.com/office/drawing/2014/main" id="{29E79AFF-64AC-31C0-1026-689DB3DA7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238e1f1417_0_18:notes">
            <a:extLst>
              <a:ext uri="{FF2B5EF4-FFF2-40B4-BE49-F238E27FC236}">
                <a16:creationId xmlns:a16="http://schemas.microsoft.com/office/drawing/2014/main" id="{B5D0C11C-586E-D6E9-730B-2C6DA1CFC9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238e1f1417_0_18:notes">
            <a:extLst>
              <a:ext uri="{FF2B5EF4-FFF2-40B4-BE49-F238E27FC236}">
                <a16:creationId xmlns:a16="http://schemas.microsoft.com/office/drawing/2014/main" id="{9A29D9C5-DE42-3F17-2F03-336A097615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17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>
          <a:extLst>
            <a:ext uri="{FF2B5EF4-FFF2-40B4-BE49-F238E27FC236}">
              <a16:creationId xmlns:a16="http://schemas.microsoft.com/office/drawing/2014/main" id="{4382EC7F-D513-21C7-7DAF-6EFB6DCBE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e76684c1ea_17_113:notes">
            <a:extLst>
              <a:ext uri="{FF2B5EF4-FFF2-40B4-BE49-F238E27FC236}">
                <a16:creationId xmlns:a16="http://schemas.microsoft.com/office/drawing/2014/main" id="{48F9819A-4692-6EED-856B-9D87829DFB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e76684c1ea_17_113:notes">
            <a:extLst>
              <a:ext uri="{FF2B5EF4-FFF2-40B4-BE49-F238E27FC236}">
                <a16:creationId xmlns:a16="http://schemas.microsoft.com/office/drawing/2014/main" id="{9956201C-7C47-68B2-8D5B-8AC5745039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712940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e76684c1ea_17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e76684c1ea_17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e76684c1ea_17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e76684c1ea_17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303140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ge92a6b01ba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5" name="Google Shape;1075;ge92a6b01ba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39475" y="1106644"/>
            <a:ext cx="5191500" cy="24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8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39475" y="3627356"/>
            <a:ext cx="45837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201200" y="322275"/>
            <a:ext cx="9604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>
            <a:off x="-481100" y="4821225"/>
            <a:ext cx="10155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312850" y="-192450"/>
            <a:ext cx="0" cy="5397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Google Shape;14;p2"/>
          <p:cNvSpPr/>
          <p:nvPr/>
        </p:nvSpPr>
        <p:spPr>
          <a:xfrm>
            <a:off x="8640775" y="70565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550500" y="50660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8877175" y="43720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2016450" y="49600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7880825" y="491475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8714875" y="396620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8687575" y="29320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168675" y="496982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8886925" y="92295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1358675" y="454515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6392575" y="346092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158925" y="391940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2212875" y="2074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213200" y="67835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03700" y="424225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4605400" y="50660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"/>
          <p:cNvSpPr txBox="1">
            <a:spLocks noGrp="1"/>
          </p:cNvSpPr>
          <p:nvPr>
            <p:ph type="title"/>
          </p:nvPr>
        </p:nvSpPr>
        <p:spPr>
          <a:xfrm>
            <a:off x="4004143" y="2285075"/>
            <a:ext cx="41541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2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title" idx="2" hasCustomPrompt="1"/>
          </p:nvPr>
        </p:nvSpPr>
        <p:spPr>
          <a:xfrm>
            <a:off x="4004143" y="1443275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1"/>
          </p:nvPr>
        </p:nvSpPr>
        <p:spPr>
          <a:xfrm>
            <a:off x="4004143" y="3237625"/>
            <a:ext cx="4154100" cy="46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8640775" y="70565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407900" y="54910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8218100" y="445205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2123600" y="494205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7880825" y="491475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8714875" y="396620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8687575" y="21700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205725" y="497935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8886925" y="92295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912175" y="452610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6392575" y="407052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166400" y="38739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2212875" y="2074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213200" y="67835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454700" y="426605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4301775" y="66445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0" name="Google Shape;50;p3"/>
          <p:cNvCxnSpPr/>
          <p:nvPr/>
        </p:nvCxnSpPr>
        <p:spPr>
          <a:xfrm>
            <a:off x="-201200" y="322275"/>
            <a:ext cx="9604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" name="Google Shape;51;p3"/>
          <p:cNvCxnSpPr/>
          <p:nvPr/>
        </p:nvCxnSpPr>
        <p:spPr>
          <a:xfrm>
            <a:off x="-481100" y="4821225"/>
            <a:ext cx="10155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gradFill>
          <a:gsLst>
            <a:gs pos="0">
              <a:schemeClr val="accent4"/>
            </a:gs>
            <a:gs pos="23000">
              <a:srgbClr val="895F81"/>
            </a:gs>
            <a:gs pos="100000">
              <a:schemeClr val="accent2"/>
            </a:gs>
          </a:gsLst>
          <a:lin ang="16198662" scaled="0"/>
        </a:gra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90" name="Google Shape;90;p6"/>
          <p:cNvCxnSpPr/>
          <p:nvPr/>
        </p:nvCxnSpPr>
        <p:spPr>
          <a:xfrm>
            <a:off x="-201200" y="322275"/>
            <a:ext cx="9604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" name="Google Shape;91;p6"/>
          <p:cNvCxnSpPr/>
          <p:nvPr/>
        </p:nvCxnSpPr>
        <p:spPr>
          <a:xfrm>
            <a:off x="-481100" y="4821225"/>
            <a:ext cx="10155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" name="Google Shape;92;p6"/>
          <p:cNvSpPr/>
          <p:nvPr/>
        </p:nvSpPr>
        <p:spPr>
          <a:xfrm>
            <a:off x="7704775" y="1138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1061275" y="1606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4633975" y="48320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329450" y="56822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8505150" y="59552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8931200" y="68487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174075" y="97092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380600" y="409790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7857025" y="470637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2610525" y="492885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gradFill>
          <a:gsLst>
            <a:gs pos="0">
              <a:schemeClr val="accent4"/>
            </a:gs>
            <a:gs pos="23000">
              <a:srgbClr val="895F81"/>
            </a:gs>
            <a:gs pos="100000">
              <a:schemeClr val="accent2"/>
            </a:gs>
          </a:gsLst>
          <a:lin ang="16198662" scaled="0"/>
        </a:gra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 txBox="1">
            <a:spLocks noGrp="1"/>
          </p:cNvSpPr>
          <p:nvPr>
            <p:ph type="title"/>
          </p:nvPr>
        </p:nvSpPr>
        <p:spPr>
          <a:xfrm>
            <a:off x="2161950" y="1416725"/>
            <a:ext cx="48201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4" name="Google Shape;124;p9"/>
          <p:cNvSpPr txBox="1">
            <a:spLocks noGrp="1"/>
          </p:cNvSpPr>
          <p:nvPr>
            <p:ph type="subTitle" idx="1"/>
          </p:nvPr>
        </p:nvSpPr>
        <p:spPr>
          <a:xfrm>
            <a:off x="2144250" y="2369275"/>
            <a:ext cx="4855500" cy="13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9"/>
          <p:cNvSpPr/>
          <p:nvPr/>
        </p:nvSpPr>
        <p:spPr>
          <a:xfrm rot="10800000">
            <a:off x="8760200" y="181160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9"/>
          <p:cNvSpPr/>
          <p:nvPr/>
        </p:nvSpPr>
        <p:spPr>
          <a:xfrm rot="10800000">
            <a:off x="405075" y="496982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9"/>
          <p:cNvSpPr/>
          <p:nvPr/>
        </p:nvSpPr>
        <p:spPr>
          <a:xfrm rot="10800000">
            <a:off x="8886925" y="20747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9"/>
          <p:cNvSpPr/>
          <p:nvPr/>
        </p:nvSpPr>
        <p:spPr>
          <a:xfrm rot="10800000">
            <a:off x="205725" y="426387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9"/>
          <p:cNvSpPr/>
          <p:nvPr/>
        </p:nvSpPr>
        <p:spPr>
          <a:xfrm rot="10800000">
            <a:off x="8180475" y="66072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9"/>
          <p:cNvSpPr/>
          <p:nvPr/>
        </p:nvSpPr>
        <p:spPr>
          <a:xfrm rot="10800000">
            <a:off x="6860275" y="495985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9"/>
          <p:cNvSpPr/>
          <p:nvPr/>
        </p:nvSpPr>
        <p:spPr>
          <a:xfrm rot="10800000">
            <a:off x="8879450" y="450847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9"/>
          <p:cNvSpPr/>
          <p:nvPr/>
        </p:nvSpPr>
        <p:spPr>
          <a:xfrm rot="10800000">
            <a:off x="3930150" y="499712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4" name="Google Shape;134;p9"/>
          <p:cNvCxnSpPr/>
          <p:nvPr/>
        </p:nvCxnSpPr>
        <p:spPr>
          <a:xfrm>
            <a:off x="-201200" y="322275"/>
            <a:ext cx="9604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5" name="Google Shape;135;p9"/>
          <p:cNvCxnSpPr/>
          <p:nvPr/>
        </p:nvCxnSpPr>
        <p:spPr>
          <a:xfrm>
            <a:off x="-481100" y="4821225"/>
            <a:ext cx="10155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userDrawn="1">
  <p:cSld name="BLANK_1">
    <p:bg>
      <p:bgPr>
        <a:gradFill>
          <a:gsLst>
            <a:gs pos="0">
              <a:schemeClr val="accent6"/>
            </a:gs>
            <a:gs pos="100000">
              <a:schemeClr val="accent5"/>
            </a:gs>
          </a:gsLst>
          <a:lin ang="16198662" scaled="0"/>
        </a:gra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>
            <a:spLocks noGrp="1"/>
          </p:cNvSpPr>
          <p:nvPr>
            <p:ph type="title" idx="3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75" name="Google Shape;175;p13"/>
          <p:cNvCxnSpPr/>
          <p:nvPr/>
        </p:nvCxnSpPr>
        <p:spPr>
          <a:xfrm>
            <a:off x="-201200" y="322275"/>
            <a:ext cx="9604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bg>
      <p:bgPr>
        <a:gradFill>
          <a:gsLst>
            <a:gs pos="0">
              <a:schemeClr val="accent6"/>
            </a:gs>
            <a:gs pos="100000">
              <a:schemeClr val="accent5"/>
            </a:gs>
          </a:gsLst>
          <a:lin ang="16198662" scaled="0"/>
        </a:gra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96" name="Google Shape;196;p15"/>
          <p:cNvCxnSpPr/>
          <p:nvPr/>
        </p:nvCxnSpPr>
        <p:spPr>
          <a:xfrm>
            <a:off x="-201200" y="322275"/>
            <a:ext cx="9604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" name="Google Shape;197;p15"/>
          <p:cNvCxnSpPr/>
          <p:nvPr/>
        </p:nvCxnSpPr>
        <p:spPr>
          <a:xfrm>
            <a:off x="-481100" y="4821225"/>
            <a:ext cx="10155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">
  <p:cSld name="TITLE_AND_TWO_COLUMNS_1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6"/>
          <p:cNvSpPr txBox="1">
            <a:spLocks noGrp="1"/>
          </p:cNvSpPr>
          <p:nvPr>
            <p:ph type="subTitle" idx="1"/>
          </p:nvPr>
        </p:nvSpPr>
        <p:spPr>
          <a:xfrm>
            <a:off x="814750" y="2043600"/>
            <a:ext cx="1980300" cy="49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16"/>
          <p:cNvSpPr txBox="1">
            <a:spLocks noGrp="1"/>
          </p:cNvSpPr>
          <p:nvPr>
            <p:ph type="subTitle" idx="2"/>
          </p:nvPr>
        </p:nvSpPr>
        <p:spPr>
          <a:xfrm>
            <a:off x="814750" y="1623775"/>
            <a:ext cx="1980300" cy="35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300">
                <a:solidFill>
                  <a:schemeClr val="accent3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1" name="Google Shape;201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202" name="Google Shape;202;p16"/>
          <p:cNvCxnSpPr/>
          <p:nvPr/>
        </p:nvCxnSpPr>
        <p:spPr>
          <a:xfrm rot="10800000">
            <a:off x="-209900" y="322275"/>
            <a:ext cx="9604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3" name="Google Shape;203;p16"/>
          <p:cNvCxnSpPr/>
          <p:nvPr/>
        </p:nvCxnSpPr>
        <p:spPr>
          <a:xfrm rot="10800000">
            <a:off x="-481100" y="4821225"/>
            <a:ext cx="10155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4" name="Google Shape;204;p16"/>
          <p:cNvSpPr/>
          <p:nvPr/>
        </p:nvSpPr>
        <p:spPr>
          <a:xfrm flipH="1">
            <a:off x="222925" y="63155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6"/>
          <p:cNvSpPr/>
          <p:nvPr/>
        </p:nvSpPr>
        <p:spPr>
          <a:xfrm flipH="1">
            <a:off x="8596400" y="50660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6"/>
          <p:cNvSpPr/>
          <p:nvPr/>
        </p:nvSpPr>
        <p:spPr>
          <a:xfrm flipH="1">
            <a:off x="269725" y="43720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6"/>
          <p:cNvSpPr/>
          <p:nvPr/>
        </p:nvSpPr>
        <p:spPr>
          <a:xfrm flipH="1">
            <a:off x="7130450" y="49600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6"/>
          <p:cNvSpPr/>
          <p:nvPr/>
        </p:nvSpPr>
        <p:spPr>
          <a:xfrm flipH="1">
            <a:off x="1285575" y="491475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6"/>
          <p:cNvSpPr/>
          <p:nvPr/>
        </p:nvSpPr>
        <p:spPr>
          <a:xfrm flipH="1">
            <a:off x="432025" y="396620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6"/>
          <p:cNvSpPr/>
          <p:nvPr/>
        </p:nvSpPr>
        <p:spPr>
          <a:xfrm flipH="1">
            <a:off x="8997725" y="496982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6"/>
          <p:cNvSpPr/>
          <p:nvPr/>
        </p:nvSpPr>
        <p:spPr>
          <a:xfrm flipH="1">
            <a:off x="441775" y="125142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6"/>
          <p:cNvSpPr/>
          <p:nvPr/>
        </p:nvSpPr>
        <p:spPr>
          <a:xfrm flipH="1">
            <a:off x="8596400" y="441887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6"/>
          <p:cNvSpPr/>
          <p:nvPr/>
        </p:nvSpPr>
        <p:spPr>
          <a:xfrm flipH="1">
            <a:off x="8987975" y="391940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6"/>
          <p:cNvSpPr/>
          <p:nvPr/>
        </p:nvSpPr>
        <p:spPr>
          <a:xfrm flipH="1">
            <a:off x="6934025" y="2074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6"/>
          <p:cNvSpPr/>
          <p:nvPr/>
        </p:nvSpPr>
        <p:spPr>
          <a:xfrm flipH="1">
            <a:off x="8953200" y="67835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6"/>
          <p:cNvSpPr txBox="1">
            <a:spLocks noGrp="1"/>
          </p:cNvSpPr>
          <p:nvPr>
            <p:ph type="subTitle" idx="3"/>
          </p:nvPr>
        </p:nvSpPr>
        <p:spPr>
          <a:xfrm>
            <a:off x="3581850" y="2043600"/>
            <a:ext cx="1980300" cy="49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16"/>
          <p:cNvSpPr txBox="1">
            <a:spLocks noGrp="1"/>
          </p:cNvSpPr>
          <p:nvPr>
            <p:ph type="subTitle" idx="4"/>
          </p:nvPr>
        </p:nvSpPr>
        <p:spPr>
          <a:xfrm>
            <a:off x="3581850" y="1623775"/>
            <a:ext cx="1980300" cy="35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300">
                <a:solidFill>
                  <a:schemeClr val="accent3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8" name="Google Shape;218;p16"/>
          <p:cNvSpPr txBox="1">
            <a:spLocks noGrp="1"/>
          </p:cNvSpPr>
          <p:nvPr>
            <p:ph type="subTitle" idx="5"/>
          </p:nvPr>
        </p:nvSpPr>
        <p:spPr>
          <a:xfrm>
            <a:off x="6348950" y="2043600"/>
            <a:ext cx="1980300" cy="49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16"/>
          <p:cNvSpPr txBox="1">
            <a:spLocks noGrp="1"/>
          </p:cNvSpPr>
          <p:nvPr>
            <p:ph type="subTitle" idx="6"/>
          </p:nvPr>
        </p:nvSpPr>
        <p:spPr>
          <a:xfrm>
            <a:off x="6348950" y="1623775"/>
            <a:ext cx="1980300" cy="35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300">
                <a:solidFill>
                  <a:schemeClr val="accent3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20" name="Google Shape;220;p16"/>
          <p:cNvSpPr txBox="1">
            <a:spLocks noGrp="1"/>
          </p:cNvSpPr>
          <p:nvPr>
            <p:ph type="subTitle" idx="7"/>
          </p:nvPr>
        </p:nvSpPr>
        <p:spPr>
          <a:xfrm>
            <a:off x="814750" y="3891600"/>
            <a:ext cx="1980300" cy="49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16"/>
          <p:cNvSpPr txBox="1">
            <a:spLocks noGrp="1"/>
          </p:cNvSpPr>
          <p:nvPr>
            <p:ph type="subTitle" idx="8"/>
          </p:nvPr>
        </p:nvSpPr>
        <p:spPr>
          <a:xfrm>
            <a:off x="814750" y="3471775"/>
            <a:ext cx="1980300" cy="35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300">
                <a:solidFill>
                  <a:schemeClr val="accent3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22" name="Google Shape;222;p16"/>
          <p:cNvSpPr txBox="1">
            <a:spLocks noGrp="1"/>
          </p:cNvSpPr>
          <p:nvPr>
            <p:ph type="subTitle" idx="9"/>
          </p:nvPr>
        </p:nvSpPr>
        <p:spPr>
          <a:xfrm>
            <a:off x="3581850" y="3891600"/>
            <a:ext cx="1980300" cy="49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16"/>
          <p:cNvSpPr txBox="1">
            <a:spLocks noGrp="1"/>
          </p:cNvSpPr>
          <p:nvPr>
            <p:ph type="subTitle" idx="13"/>
          </p:nvPr>
        </p:nvSpPr>
        <p:spPr>
          <a:xfrm>
            <a:off x="3581850" y="3471775"/>
            <a:ext cx="1980300" cy="35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300">
                <a:solidFill>
                  <a:schemeClr val="accent3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24" name="Google Shape;224;p16"/>
          <p:cNvSpPr txBox="1">
            <a:spLocks noGrp="1"/>
          </p:cNvSpPr>
          <p:nvPr>
            <p:ph type="subTitle" idx="14"/>
          </p:nvPr>
        </p:nvSpPr>
        <p:spPr>
          <a:xfrm>
            <a:off x="6348950" y="3891600"/>
            <a:ext cx="1980300" cy="49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16"/>
          <p:cNvSpPr txBox="1">
            <a:spLocks noGrp="1"/>
          </p:cNvSpPr>
          <p:nvPr>
            <p:ph type="subTitle" idx="15"/>
          </p:nvPr>
        </p:nvSpPr>
        <p:spPr>
          <a:xfrm>
            <a:off x="6348950" y="3471775"/>
            <a:ext cx="1980300" cy="35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300">
                <a:solidFill>
                  <a:schemeClr val="accent3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bg>
      <p:bgPr>
        <a:gradFill>
          <a:gsLst>
            <a:gs pos="0">
              <a:schemeClr val="accent4"/>
            </a:gs>
            <a:gs pos="23000">
              <a:srgbClr val="895F81"/>
            </a:gs>
            <a:gs pos="100000">
              <a:schemeClr val="accent2"/>
            </a:gs>
          </a:gsLst>
          <a:lin ang="16198662" scaled="0"/>
        </a:gra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8"/>
          <p:cNvSpPr txBox="1">
            <a:spLocks noGrp="1"/>
          </p:cNvSpPr>
          <p:nvPr>
            <p:ph type="ctrTitle"/>
          </p:nvPr>
        </p:nvSpPr>
        <p:spPr>
          <a:xfrm>
            <a:off x="4486750" y="722092"/>
            <a:ext cx="3756300" cy="80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43" name="Google Shape;243;p18"/>
          <p:cNvSpPr txBox="1">
            <a:spLocks noGrp="1"/>
          </p:cNvSpPr>
          <p:nvPr>
            <p:ph type="subTitle" idx="1"/>
          </p:nvPr>
        </p:nvSpPr>
        <p:spPr>
          <a:xfrm>
            <a:off x="4917875" y="1616775"/>
            <a:ext cx="3325200" cy="107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cxnSp>
        <p:nvCxnSpPr>
          <p:cNvPr id="244" name="Google Shape;244;p18"/>
          <p:cNvCxnSpPr/>
          <p:nvPr/>
        </p:nvCxnSpPr>
        <p:spPr>
          <a:xfrm>
            <a:off x="-201200" y="322275"/>
            <a:ext cx="9604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5" name="Google Shape;245;p18"/>
          <p:cNvCxnSpPr/>
          <p:nvPr/>
        </p:nvCxnSpPr>
        <p:spPr>
          <a:xfrm>
            <a:off x="-481100" y="4821225"/>
            <a:ext cx="10155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6" name="Google Shape;246;p18"/>
          <p:cNvSpPr/>
          <p:nvPr/>
        </p:nvSpPr>
        <p:spPr>
          <a:xfrm>
            <a:off x="8640775" y="70565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8"/>
          <p:cNvSpPr/>
          <p:nvPr/>
        </p:nvSpPr>
        <p:spPr>
          <a:xfrm>
            <a:off x="550500" y="50660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8"/>
          <p:cNvSpPr/>
          <p:nvPr/>
        </p:nvSpPr>
        <p:spPr>
          <a:xfrm>
            <a:off x="8877175" y="43720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8"/>
          <p:cNvSpPr/>
          <p:nvPr/>
        </p:nvSpPr>
        <p:spPr>
          <a:xfrm>
            <a:off x="2016450" y="49600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8"/>
          <p:cNvSpPr/>
          <p:nvPr/>
        </p:nvSpPr>
        <p:spPr>
          <a:xfrm>
            <a:off x="7880825" y="491475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8"/>
          <p:cNvSpPr/>
          <p:nvPr/>
        </p:nvSpPr>
        <p:spPr>
          <a:xfrm>
            <a:off x="318625" y="1606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8"/>
          <p:cNvSpPr/>
          <p:nvPr/>
        </p:nvSpPr>
        <p:spPr>
          <a:xfrm>
            <a:off x="8687575" y="29320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8"/>
          <p:cNvSpPr/>
          <p:nvPr/>
        </p:nvSpPr>
        <p:spPr>
          <a:xfrm>
            <a:off x="168675" y="496982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8"/>
          <p:cNvSpPr/>
          <p:nvPr/>
        </p:nvSpPr>
        <p:spPr>
          <a:xfrm>
            <a:off x="8886925" y="92295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8"/>
          <p:cNvSpPr/>
          <p:nvPr/>
        </p:nvSpPr>
        <p:spPr>
          <a:xfrm>
            <a:off x="1358675" y="454515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8"/>
          <p:cNvSpPr/>
          <p:nvPr/>
        </p:nvSpPr>
        <p:spPr>
          <a:xfrm>
            <a:off x="158925" y="391940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8"/>
          <p:cNvSpPr/>
          <p:nvPr/>
        </p:nvSpPr>
        <p:spPr>
          <a:xfrm>
            <a:off x="2212875" y="2074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8"/>
          <p:cNvSpPr/>
          <p:nvPr/>
        </p:nvSpPr>
        <p:spPr>
          <a:xfrm>
            <a:off x="213200" y="67835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8"/>
          <p:cNvSpPr/>
          <p:nvPr/>
        </p:nvSpPr>
        <p:spPr>
          <a:xfrm>
            <a:off x="503700" y="424225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8"/>
          <p:cNvSpPr/>
          <p:nvPr/>
        </p:nvSpPr>
        <p:spPr>
          <a:xfrm>
            <a:off x="4605400" y="50660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61" name="Google Shape;261;p18"/>
          <p:cNvCxnSpPr/>
          <p:nvPr/>
        </p:nvCxnSpPr>
        <p:spPr>
          <a:xfrm>
            <a:off x="8824400" y="-192450"/>
            <a:ext cx="0" cy="5397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2" name="Google Shape;262;p18"/>
          <p:cNvSpPr txBox="1"/>
          <p:nvPr/>
        </p:nvSpPr>
        <p:spPr>
          <a:xfrm>
            <a:off x="3720300" y="3558302"/>
            <a:ext cx="4522800" cy="5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accent3"/>
                </a:solidFill>
                <a:latin typeface="Quicksand"/>
                <a:ea typeface="Quicksand"/>
                <a:cs typeface="Quicksand"/>
                <a:sym typeface="Quicksand"/>
              </a:rPr>
              <a:t>CREDITS:</a:t>
            </a:r>
            <a:r>
              <a:rPr lang="en" sz="1100" b="1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" sz="11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This presentation template was created by</a:t>
            </a:r>
            <a:r>
              <a:rPr lang="en" sz="1100">
                <a:solidFill>
                  <a:schemeClr val="accent3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" sz="1100" b="1">
                <a:solidFill>
                  <a:schemeClr val="accent3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 b="1">
                <a:solidFill>
                  <a:schemeClr val="accent3"/>
                </a:solidFill>
                <a:latin typeface="Quicksand"/>
                <a:ea typeface="Quicksand"/>
                <a:cs typeface="Quicksand"/>
                <a:sym typeface="Quicksand"/>
              </a:rPr>
              <a:t>,</a:t>
            </a:r>
            <a:r>
              <a:rPr lang="en" sz="11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including icons by </a:t>
            </a:r>
            <a:r>
              <a:rPr lang="en" sz="1100" b="1">
                <a:solidFill>
                  <a:schemeClr val="accent3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and infographics &amp; images by </a:t>
            </a:r>
            <a:r>
              <a:rPr lang="en" sz="1100" b="1">
                <a:solidFill>
                  <a:schemeClr val="accent3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100" b="1">
              <a:solidFill>
                <a:schemeClr val="accent3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4" name="Google Shape;264;p19"/>
          <p:cNvCxnSpPr/>
          <p:nvPr/>
        </p:nvCxnSpPr>
        <p:spPr>
          <a:xfrm rot="10800000">
            <a:off x="-201200" y="322275"/>
            <a:ext cx="9604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5" name="Google Shape;265;p19"/>
          <p:cNvCxnSpPr/>
          <p:nvPr/>
        </p:nvCxnSpPr>
        <p:spPr>
          <a:xfrm>
            <a:off x="-481100" y="4821225"/>
            <a:ext cx="10155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6" name="Google Shape;266;p19"/>
          <p:cNvSpPr/>
          <p:nvPr/>
        </p:nvSpPr>
        <p:spPr>
          <a:xfrm flipH="1">
            <a:off x="1450825" y="1138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9"/>
          <p:cNvSpPr/>
          <p:nvPr/>
        </p:nvSpPr>
        <p:spPr>
          <a:xfrm flipH="1">
            <a:off x="8094325" y="1606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9"/>
          <p:cNvSpPr/>
          <p:nvPr/>
        </p:nvSpPr>
        <p:spPr>
          <a:xfrm flipH="1">
            <a:off x="4521625" y="48320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9"/>
          <p:cNvSpPr/>
          <p:nvPr/>
        </p:nvSpPr>
        <p:spPr>
          <a:xfrm flipH="1">
            <a:off x="8845650" y="56822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9"/>
          <p:cNvSpPr/>
          <p:nvPr/>
        </p:nvSpPr>
        <p:spPr>
          <a:xfrm flipH="1">
            <a:off x="325450" y="141272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9"/>
          <p:cNvSpPr/>
          <p:nvPr/>
        </p:nvSpPr>
        <p:spPr>
          <a:xfrm flipH="1">
            <a:off x="243900" y="68487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9"/>
          <p:cNvSpPr/>
          <p:nvPr/>
        </p:nvSpPr>
        <p:spPr>
          <a:xfrm flipH="1">
            <a:off x="8784750" y="108310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9"/>
          <p:cNvSpPr/>
          <p:nvPr/>
        </p:nvSpPr>
        <p:spPr>
          <a:xfrm flipH="1">
            <a:off x="8870700" y="345695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9"/>
          <p:cNvSpPr/>
          <p:nvPr/>
        </p:nvSpPr>
        <p:spPr>
          <a:xfrm flipH="1">
            <a:off x="1934975" y="459975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9"/>
          <p:cNvSpPr/>
          <p:nvPr/>
        </p:nvSpPr>
        <p:spPr>
          <a:xfrm flipH="1">
            <a:off x="6545075" y="492885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9"/>
          <p:cNvSpPr/>
          <p:nvPr/>
        </p:nvSpPr>
        <p:spPr>
          <a:xfrm flipH="1">
            <a:off x="384025" y="42286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9"/>
          <p:cNvSpPr/>
          <p:nvPr/>
        </p:nvSpPr>
        <p:spPr>
          <a:xfrm flipH="1">
            <a:off x="8660300" y="41818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9"/>
          <p:cNvSpPr/>
          <p:nvPr/>
        </p:nvSpPr>
        <p:spPr>
          <a:xfrm flipH="1">
            <a:off x="891450" y="497565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9"/>
          <p:cNvSpPr/>
          <p:nvPr/>
        </p:nvSpPr>
        <p:spPr>
          <a:xfrm flipH="1">
            <a:off x="8870700" y="501230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gradFill>
          <a:gsLst>
            <a:gs pos="0">
              <a:schemeClr val="accent4"/>
            </a:gs>
            <a:gs pos="23000">
              <a:srgbClr val="895F81"/>
            </a:gs>
            <a:gs pos="100000">
              <a:schemeClr val="accent2"/>
            </a:gs>
          </a:gsLst>
          <a:lin ang="16198662" scaled="0"/>
        </a:gra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1" name="Google Shape;281;p20"/>
          <p:cNvCxnSpPr/>
          <p:nvPr/>
        </p:nvCxnSpPr>
        <p:spPr>
          <a:xfrm rot="10800000">
            <a:off x="-201200" y="322275"/>
            <a:ext cx="9604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2" name="Google Shape;282;p20"/>
          <p:cNvCxnSpPr/>
          <p:nvPr/>
        </p:nvCxnSpPr>
        <p:spPr>
          <a:xfrm>
            <a:off x="-481100" y="4821225"/>
            <a:ext cx="10155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3" name="Google Shape;283;p20"/>
          <p:cNvSpPr/>
          <p:nvPr/>
        </p:nvSpPr>
        <p:spPr>
          <a:xfrm rot="10800000" flipH="1">
            <a:off x="7644275" y="499280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20"/>
          <p:cNvSpPr/>
          <p:nvPr/>
        </p:nvSpPr>
        <p:spPr>
          <a:xfrm rot="10800000" flipH="1">
            <a:off x="1000775" y="494600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20"/>
          <p:cNvSpPr/>
          <p:nvPr/>
        </p:nvSpPr>
        <p:spPr>
          <a:xfrm rot="10800000" flipH="1">
            <a:off x="268950" y="455795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20"/>
          <p:cNvSpPr/>
          <p:nvPr/>
        </p:nvSpPr>
        <p:spPr>
          <a:xfrm rot="10800000" flipH="1">
            <a:off x="8870700" y="444130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20"/>
          <p:cNvSpPr/>
          <p:nvPr/>
        </p:nvSpPr>
        <p:spPr>
          <a:xfrm rot="10800000" flipH="1">
            <a:off x="8444550" y="11387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20"/>
          <p:cNvSpPr/>
          <p:nvPr/>
        </p:nvSpPr>
        <p:spPr>
          <a:xfrm rot="10800000" flipH="1">
            <a:off x="2029250" y="10412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20"/>
          <p:cNvSpPr/>
          <p:nvPr/>
        </p:nvSpPr>
        <p:spPr>
          <a:xfrm rot="10800000" flipH="1">
            <a:off x="8711075" y="87800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20"/>
          <p:cNvSpPr/>
          <p:nvPr/>
        </p:nvSpPr>
        <p:spPr>
          <a:xfrm rot="10800000" flipH="1">
            <a:off x="434800" y="92480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20"/>
          <p:cNvSpPr/>
          <p:nvPr/>
        </p:nvSpPr>
        <p:spPr>
          <a:xfrm rot="10800000" flipH="1">
            <a:off x="243900" y="11387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accent2"/>
            </a:gs>
            <a:gs pos="37000">
              <a:schemeClr val="dk2"/>
            </a:gs>
            <a:gs pos="100000">
              <a:schemeClr val="dk1"/>
            </a:gs>
          </a:gsLst>
          <a:lin ang="16200038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nrope ExtraBold"/>
              <a:buNone/>
              <a:defRPr sz="30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nrope ExtraBold"/>
              <a:buNone/>
              <a:defRPr sz="30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nrope ExtraBold"/>
              <a:buNone/>
              <a:defRPr sz="30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nrope ExtraBold"/>
              <a:buNone/>
              <a:defRPr sz="30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nrope ExtraBold"/>
              <a:buNone/>
              <a:defRPr sz="30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nrope ExtraBold"/>
              <a:buNone/>
              <a:defRPr sz="30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nrope ExtraBold"/>
              <a:buNone/>
              <a:defRPr sz="30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nrope ExtraBold"/>
              <a:buNone/>
              <a:defRPr sz="30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nrope ExtraBold"/>
              <a:buNone/>
              <a:defRPr sz="30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●"/>
              <a:defRPr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○"/>
              <a:defRPr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■"/>
              <a:defRPr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●"/>
              <a:defRPr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○"/>
              <a:defRPr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■"/>
              <a:defRPr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●"/>
              <a:defRPr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○"/>
              <a:defRPr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Quicksand"/>
              <a:buChar char="■"/>
              <a:defRPr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5" r:id="rId4"/>
    <p:sldLayoutId id="2147483658" r:id="rId5"/>
    <p:sldLayoutId id="2147483659" r:id="rId6"/>
    <p:sldLayoutId id="2147483661" r:id="rId7"/>
    <p:sldLayoutId id="2147483662" r:id="rId8"/>
    <p:sldLayoutId id="2147483664" r:id="rId9"/>
    <p:sldLayoutId id="2147483665" r:id="rId10"/>
    <p:sldLayoutId id="2147483666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hyperlink" Target="https://github.com/Raingel/historical_weather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/>
            </a:gs>
            <a:gs pos="37000">
              <a:schemeClr val="dk2"/>
            </a:gs>
            <a:gs pos="100000">
              <a:schemeClr val="dk1"/>
            </a:gs>
          </a:gsLst>
          <a:lin ang="16200038" scaled="0"/>
        </a:grad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4"/>
          <p:cNvSpPr txBox="1">
            <a:spLocks noGrp="1"/>
          </p:cNvSpPr>
          <p:nvPr>
            <p:ph type="ctrTitle"/>
          </p:nvPr>
        </p:nvSpPr>
        <p:spPr>
          <a:xfrm>
            <a:off x="654086" y="1189990"/>
            <a:ext cx="8317193" cy="183769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zh-TW" altLang="en-US" sz="4000" dirty="0">
                <a:solidFill>
                  <a:schemeClr val="bg1"/>
                </a:solidFill>
              </a:rPr>
              <a:t>感測與定位整合平台專題報告 </a:t>
            </a:r>
            <a:r>
              <a:rPr lang="en-US" altLang="zh-TW" sz="4000" dirty="0">
                <a:solidFill>
                  <a:schemeClr val="bg1"/>
                </a:solidFill>
              </a:rPr>
              <a:t>Transformer </a:t>
            </a:r>
            <a:r>
              <a:rPr lang="zh-TW" altLang="en-US" sz="4000" dirty="0">
                <a:solidFill>
                  <a:schemeClr val="bg1"/>
                </a:solidFill>
              </a:rPr>
              <a:t>氣象預測模型</a:t>
            </a:r>
            <a:endParaRPr sz="4000" dirty="0">
              <a:solidFill>
                <a:schemeClr val="bg1"/>
              </a:solidFill>
            </a:endParaRPr>
          </a:p>
        </p:txBody>
      </p:sp>
      <p:sp>
        <p:nvSpPr>
          <p:cNvPr id="306" name="Google Shape;306;p24"/>
          <p:cNvSpPr txBox="1">
            <a:spLocks noGrp="1"/>
          </p:cNvSpPr>
          <p:nvPr>
            <p:ph type="subTitle" idx="1"/>
          </p:nvPr>
        </p:nvSpPr>
        <p:spPr>
          <a:xfrm>
            <a:off x="925538" y="3027680"/>
            <a:ext cx="7838765" cy="138509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Aft>
                <a:spcPts val="600"/>
              </a:spcAft>
            </a:pPr>
            <a:r>
              <a:rPr lang="en-US" altLang="zh-TW" dirty="0"/>
              <a:t>D1249832 </a:t>
            </a:r>
            <a:r>
              <a:rPr lang="zh-TW" altLang="en-US" dirty="0"/>
              <a:t>黃議廷、</a:t>
            </a:r>
            <a:r>
              <a:rPr lang="en-US" altLang="zh-TW" dirty="0"/>
              <a:t>D1059621 </a:t>
            </a:r>
            <a:r>
              <a:rPr lang="zh-TW" altLang="en-US" dirty="0"/>
              <a:t>李昀融、</a:t>
            </a:r>
            <a:r>
              <a:rPr lang="en-US" altLang="zh-TW" dirty="0"/>
              <a:t>D1059222 </a:t>
            </a:r>
            <a:r>
              <a:rPr lang="zh-TW" altLang="en-US" dirty="0"/>
              <a:t>薛詠宸、</a:t>
            </a:r>
            <a:r>
              <a:rPr lang="en-US" altLang="zh-TW" dirty="0"/>
              <a:t>D1051594 </a:t>
            </a:r>
            <a:r>
              <a:rPr lang="zh-TW" altLang="en-US" dirty="0"/>
              <a:t>翁家雋</a:t>
            </a:r>
            <a:endParaRPr lang="en-US" altLang="zh-TW" dirty="0"/>
          </a:p>
          <a:p>
            <a:pPr marL="0" lvl="0" indent="0">
              <a:spcAft>
                <a:spcPts val="600"/>
              </a:spcAft>
            </a:pPr>
            <a:r>
              <a:rPr lang="zh-TW" altLang="en-US" dirty="0"/>
              <a:t>指導老師 </a:t>
            </a:r>
            <a:r>
              <a:rPr lang="en-US" altLang="zh-TW" dirty="0"/>
              <a:t>:</a:t>
            </a:r>
            <a:r>
              <a:rPr lang="zh-TW" altLang="en-US" dirty="0"/>
              <a:t> 謝男凱教授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">
          <a:extLst>
            <a:ext uri="{FF2B5EF4-FFF2-40B4-BE49-F238E27FC236}">
              <a16:creationId xmlns:a16="http://schemas.microsoft.com/office/drawing/2014/main" id="{3045032E-CF7F-1285-B7CD-5E3B22055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1113;p54">
            <a:extLst>
              <a:ext uri="{FF2B5EF4-FFF2-40B4-BE49-F238E27FC236}">
                <a16:creationId xmlns:a16="http://schemas.microsoft.com/office/drawing/2014/main" id="{6E898C36-B21B-766E-93F8-89B7D5604400}"/>
              </a:ext>
            </a:extLst>
          </p:cNvPr>
          <p:cNvGrpSpPr/>
          <p:nvPr/>
        </p:nvGrpSpPr>
        <p:grpSpPr>
          <a:xfrm>
            <a:off x="2944971" y="2060275"/>
            <a:ext cx="392736" cy="395498"/>
            <a:chOff x="6414647" y="3842355"/>
            <a:chExt cx="392736" cy="395498"/>
          </a:xfrm>
        </p:grpSpPr>
        <p:sp>
          <p:nvSpPr>
            <p:cNvPr id="30" name="Google Shape;1114;p54">
              <a:extLst>
                <a:ext uri="{FF2B5EF4-FFF2-40B4-BE49-F238E27FC236}">
                  <a16:creationId xmlns:a16="http://schemas.microsoft.com/office/drawing/2014/main" id="{9B131E01-4D38-AE21-359B-F849CD194614}"/>
                </a:ext>
              </a:extLst>
            </p:cNvPr>
            <p:cNvSpPr/>
            <p:nvPr/>
          </p:nvSpPr>
          <p:spPr>
            <a:xfrm>
              <a:off x="6588470" y="3842355"/>
              <a:ext cx="196678" cy="120644"/>
            </a:xfrm>
            <a:custGeom>
              <a:avLst/>
              <a:gdLst/>
              <a:ahLst/>
              <a:cxnLst/>
              <a:rect l="l" t="t" r="r" b="b"/>
              <a:pathLst>
                <a:path w="7306" h="4482" extrusionOk="0">
                  <a:moveTo>
                    <a:pt x="2030" y="1"/>
                  </a:moveTo>
                  <a:cubicBezTo>
                    <a:pt x="1367" y="1"/>
                    <a:pt x="736" y="157"/>
                    <a:pt x="145" y="463"/>
                  </a:cubicBezTo>
                  <a:cubicBezTo>
                    <a:pt x="40" y="514"/>
                    <a:pt x="1" y="645"/>
                    <a:pt x="54" y="748"/>
                  </a:cubicBezTo>
                  <a:cubicBezTo>
                    <a:pt x="90" y="822"/>
                    <a:pt x="165" y="866"/>
                    <a:pt x="244" y="866"/>
                  </a:cubicBezTo>
                  <a:cubicBezTo>
                    <a:pt x="278" y="866"/>
                    <a:pt x="313" y="858"/>
                    <a:pt x="346" y="840"/>
                  </a:cubicBezTo>
                  <a:cubicBezTo>
                    <a:pt x="867" y="574"/>
                    <a:pt x="1438" y="430"/>
                    <a:pt x="2030" y="430"/>
                  </a:cubicBezTo>
                  <a:cubicBezTo>
                    <a:pt x="3975" y="430"/>
                    <a:pt x="5589" y="1952"/>
                    <a:pt x="5706" y="3890"/>
                  </a:cubicBezTo>
                  <a:cubicBezTo>
                    <a:pt x="5712" y="4001"/>
                    <a:pt x="5803" y="4085"/>
                    <a:pt x="5913" y="4092"/>
                  </a:cubicBezTo>
                  <a:cubicBezTo>
                    <a:pt x="6283" y="4104"/>
                    <a:pt x="6635" y="4221"/>
                    <a:pt x="6934" y="4443"/>
                  </a:cubicBezTo>
                  <a:cubicBezTo>
                    <a:pt x="6973" y="4469"/>
                    <a:pt x="7012" y="4482"/>
                    <a:pt x="7057" y="4482"/>
                  </a:cubicBezTo>
                  <a:cubicBezTo>
                    <a:pt x="7123" y="4482"/>
                    <a:pt x="7189" y="4449"/>
                    <a:pt x="7234" y="4391"/>
                  </a:cubicBezTo>
                  <a:cubicBezTo>
                    <a:pt x="7306" y="4293"/>
                    <a:pt x="7279" y="4164"/>
                    <a:pt x="7181" y="4092"/>
                  </a:cubicBezTo>
                  <a:cubicBezTo>
                    <a:pt x="6869" y="3864"/>
                    <a:pt x="6505" y="3720"/>
                    <a:pt x="6121" y="3675"/>
                  </a:cubicBezTo>
                  <a:cubicBezTo>
                    <a:pt x="5901" y="1601"/>
                    <a:pt x="4137" y="1"/>
                    <a:pt x="20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115;p54">
              <a:extLst>
                <a:ext uri="{FF2B5EF4-FFF2-40B4-BE49-F238E27FC236}">
                  <a16:creationId xmlns:a16="http://schemas.microsoft.com/office/drawing/2014/main" id="{3E2FBA0A-E593-C95B-4BFA-1B55479F6B3C}"/>
                </a:ext>
              </a:extLst>
            </p:cNvPr>
            <p:cNvSpPr/>
            <p:nvPr/>
          </p:nvSpPr>
          <p:spPr>
            <a:xfrm>
              <a:off x="6787381" y="3970401"/>
              <a:ext cx="20002" cy="65786"/>
            </a:xfrm>
            <a:custGeom>
              <a:avLst/>
              <a:gdLst/>
              <a:ahLst/>
              <a:cxnLst/>
              <a:rect l="l" t="t" r="r" b="b"/>
              <a:pathLst>
                <a:path w="743" h="2444" extrusionOk="0">
                  <a:moveTo>
                    <a:pt x="288" y="1"/>
                  </a:moveTo>
                  <a:cubicBezTo>
                    <a:pt x="254" y="1"/>
                    <a:pt x="221" y="9"/>
                    <a:pt x="190" y="25"/>
                  </a:cubicBezTo>
                  <a:cubicBezTo>
                    <a:pt x="79" y="82"/>
                    <a:pt x="40" y="212"/>
                    <a:pt x="98" y="316"/>
                  </a:cubicBezTo>
                  <a:cubicBezTo>
                    <a:pt x="241" y="583"/>
                    <a:pt x="313" y="883"/>
                    <a:pt x="313" y="1187"/>
                  </a:cubicBezTo>
                  <a:cubicBezTo>
                    <a:pt x="313" y="1514"/>
                    <a:pt x="229" y="1838"/>
                    <a:pt x="59" y="2118"/>
                  </a:cubicBezTo>
                  <a:cubicBezTo>
                    <a:pt x="1" y="2222"/>
                    <a:pt x="40" y="2352"/>
                    <a:pt x="137" y="2417"/>
                  </a:cubicBezTo>
                  <a:cubicBezTo>
                    <a:pt x="176" y="2436"/>
                    <a:pt x="209" y="2444"/>
                    <a:pt x="248" y="2444"/>
                  </a:cubicBezTo>
                  <a:cubicBezTo>
                    <a:pt x="319" y="2444"/>
                    <a:pt x="391" y="2405"/>
                    <a:pt x="436" y="2339"/>
                  </a:cubicBezTo>
                  <a:cubicBezTo>
                    <a:pt x="638" y="1988"/>
                    <a:pt x="742" y="1592"/>
                    <a:pt x="742" y="1187"/>
                  </a:cubicBezTo>
                  <a:cubicBezTo>
                    <a:pt x="742" y="811"/>
                    <a:pt x="650" y="440"/>
                    <a:pt x="475" y="115"/>
                  </a:cubicBezTo>
                  <a:cubicBezTo>
                    <a:pt x="439" y="42"/>
                    <a:pt x="365" y="1"/>
                    <a:pt x="2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116;p54">
              <a:extLst>
                <a:ext uri="{FF2B5EF4-FFF2-40B4-BE49-F238E27FC236}">
                  <a16:creationId xmlns:a16="http://schemas.microsoft.com/office/drawing/2014/main" id="{61AB58C4-0CB6-033E-24A3-886938096909}"/>
                </a:ext>
              </a:extLst>
            </p:cNvPr>
            <p:cNvSpPr/>
            <p:nvPr/>
          </p:nvSpPr>
          <p:spPr>
            <a:xfrm>
              <a:off x="6414647" y="3868384"/>
              <a:ext cx="368750" cy="195286"/>
            </a:xfrm>
            <a:custGeom>
              <a:avLst/>
              <a:gdLst/>
              <a:ahLst/>
              <a:cxnLst/>
              <a:rect l="l" t="t" r="r" b="b"/>
              <a:pathLst>
                <a:path w="13698" h="7255" extrusionOk="0">
                  <a:moveTo>
                    <a:pt x="4449" y="1681"/>
                  </a:moveTo>
                  <a:cubicBezTo>
                    <a:pt x="5515" y="1681"/>
                    <a:pt x="6484" y="2351"/>
                    <a:pt x="6862" y="3353"/>
                  </a:cubicBezTo>
                  <a:cubicBezTo>
                    <a:pt x="6887" y="3437"/>
                    <a:pt x="6973" y="3488"/>
                    <a:pt x="7057" y="3488"/>
                  </a:cubicBezTo>
                  <a:cubicBezTo>
                    <a:pt x="8331" y="3509"/>
                    <a:pt x="9275" y="4971"/>
                    <a:pt x="8312" y="6298"/>
                  </a:cubicBezTo>
                  <a:cubicBezTo>
                    <a:pt x="8066" y="6630"/>
                    <a:pt x="7682" y="6825"/>
                    <a:pt x="7265" y="6825"/>
                  </a:cubicBezTo>
                  <a:lnTo>
                    <a:pt x="1535" y="6825"/>
                  </a:lnTo>
                  <a:cubicBezTo>
                    <a:pt x="1237" y="6825"/>
                    <a:pt x="865" y="6624"/>
                    <a:pt x="709" y="6376"/>
                  </a:cubicBezTo>
                  <a:cubicBezTo>
                    <a:pt x="73" y="5375"/>
                    <a:pt x="736" y="4328"/>
                    <a:pt x="1679" y="4295"/>
                  </a:cubicBezTo>
                  <a:cubicBezTo>
                    <a:pt x="1789" y="4295"/>
                    <a:pt x="1880" y="4205"/>
                    <a:pt x="1886" y="4094"/>
                  </a:cubicBezTo>
                  <a:cubicBezTo>
                    <a:pt x="1964" y="2741"/>
                    <a:pt x="3096" y="1681"/>
                    <a:pt x="4449" y="1681"/>
                  </a:cubicBezTo>
                  <a:close/>
                  <a:moveTo>
                    <a:pt x="5914" y="1"/>
                  </a:moveTo>
                  <a:cubicBezTo>
                    <a:pt x="5863" y="1"/>
                    <a:pt x="5811" y="19"/>
                    <a:pt x="5770" y="55"/>
                  </a:cubicBezTo>
                  <a:cubicBezTo>
                    <a:pt x="5379" y="399"/>
                    <a:pt x="5061" y="810"/>
                    <a:pt x="4827" y="1278"/>
                  </a:cubicBezTo>
                  <a:cubicBezTo>
                    <a:pt x="4702" y="1258"/>
                    <a:pt x="4579" y="1252"/>
                    <a:pt x="4449" y="1252"/>
                  </a:cubicBezTo>
                  <a:cubicBezTo>
                    <a:pt x="2927" y="1252"/>
                    <a:pt x="1652" y="2396"/>
                    <a:pt x="1471" y="3885"/>
                  </a:cubicBezTo>
                  <a:cubicBezTo>
                    <a:pt x="631" y="4010"/>
                    <a:pt x="1" y="4737"/>
                    <a:pt x="27" y="5616"/>
                  </a:cubicBezTo>
                  <a:cubicBezTo>
                    <a:pt x="59" y="6520"/>
                    <a:pt x="847" y="7255"/>
                    <a:pt x="1750" y="7255"/>
                  </a:cubicBezTo>
                  <a:lnTo>
                    <a:pt x="12305" y="7255"/>
                  </a:lnTo>
                  <a:cubicBezTo>
                    <a:pt x="12761" y="7255"/>
                    <a:pt x="13196" y="7124"/>
                    <a:pt x="13568" y="6877"/>
                  </a:cubicBezTo>
                  <a:cubicBezTo>
                    <a:pt x="13671" y="6805"/>
                    <a:pt x="13697" y="6676"/>
                    <a:pt x="13632" y="6577"/>
                  </a:cubicBezTo>
                  <a:cubicBezTo>
                    <a:pt x="13591" y="6512"/>
                    <a:pt x="13521" y="6478"/>
                    <a:pt x="13451" y="6478"/>
                  </a:cubicBezTo>
                  <a:cubicBezTo>
                    <a:pt x="13410" y="6478"/>
                    <a:pt x="13369" y="6489"/>
                    <a:pt x="13333" y="6513"/>
                  </a:cubicBezTo>
                  <a:cubicBezTo>
                    <a:pt x="13028" y="6721"/>
                    <a:pt x="12670" y="6825"/>
                    <a:pt x="12305" y="6825"/>
                  </a:cubicBezTo>
                  <a:lnTo>
                    <a:pt x="8312" y="6825"/>
                  </a:lnTo>
                  <a:cubicBezTo>
                    <a:pt x="8813" y="6441"/>
                    <a:pt x="9138" y="5836"/>
                    <a:pt x="9138" y="5160"/>
                  </a:cubicBezTo>
                  <a:cubicBezTo>
                    <a:pt x="9138" y="4601"/>
                    <a:pt x="8924" y="4080"/>
                    <a:pt x="8526" y="3683"/>
                  </a:cubicBezTo>
                  <a:cubicBezTo>
                    <a:pt x="8175" y="3326"/>
                    <a:pt x="7707" y="3104"/>
                    <a:pt x="7207" y="3065"/>
                  </a:cubicBezTo>
                  <a:cubicBezTo>
                    <a:pt x="6992" y="2558"/>
                    <a:pt x="6634" y="2123"/>
                    <a:pt x="6179" y="1798"/>
                  </a:cubicBezTo>
                  <a:cubicBezTo>
                    <a:pt x="5899" y="1603"/>
                    <a:pt x="5587" y="1453"/>
                    <a:pt x="5262" y="1363"/>
                  </a:cubicBezTo>
                  <a:cubicBezTo>
                    <a:pt x="5470" y="991"/>
                    <a:pt x="5737" y="660"/>
                    <a:pt x="6055" y="381"/>
                  </a:cubicBezTo>
                  <a:cubicBezTo>
                    <a:pt x="6146" y="303"/>
                    <a:pt x="6154" y="165"/>
                    <a:pt x="6076" y="75"/>
                  </a:cubicBezTo>
                  <a:cubicBezTo>
                    <a:pt x="6033" y="25"/>
                    <a:pt x="5974" y="1"/>
                    <a:pt x="59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117;p54">
              <a:extLst>
                <a:ext uri="{FF2B5EF4-FFF2-40B4-BE49-F238E27FC236}">
                  <a16:creationId xmlns:a16="http://schemas.microsoft.com/office/drawing/2014/main" id="{06964F76-FD09-9CC4-4033-E8A324BE1756}"/>
                </a:ext>
              </a:extLst>
            </p:cNvPr>
            <p:cNvSpPr/>
            <p:nvPr/>
          </p:nvSpPr>
          <p:spPr>
            <a:xfrm>
              <a:off x="6709286" y="3915974"/>
              <a:ext cx="17202" cy="24441"/>
            </a:xfrm>
            <a:custGeom>
              <a:avLst/>
              <a:gdLst/>
              <a:ahLst/>
              <a:cxnLst/>
              <a:rect l="l" t="t" r="r" b="b"/>
              <a:pathLst>
                <a:path w="639" h="908" extrusionOk="0">
                  <a:moveTo>
                    <a:pt x="241" y="0"/>
                  </a:moveTo>
                  <a:cubicBezTo>
                    <a:pt x="213" y="0"/>
                    <a:pt x="184" y="6"/>
                    <a:pt x="156" y="18"/>
                  </a:cubicBezTo>
                  <a:cubicBezTo>
                    <a:pt x="47" y="63"/>
                    <a:pt x="0" y="192"/>
                    <a:pt x="47" y="303"/>
                  </a:cubicBezTo>
                  <a:cubicBezTo>
                    <a:pt x="105" y="439"/>
                    <a:pt x="156" y="589"/>
                    <a:pt x="189" y="739"/>
                  </a:cubicBezTo>
                  <a:cubicBezTo>
                    <a:pt x="216" y="837"/>
                    <a:pt x="306" y="907"/>
                    <a:pt x="405" y="907"/>
                  </a:cubicBezTo>
                  <a:cubicBezTo>
                    <a:pt x="417" y="907"/>
                    <a:pt x="437" y="901"/>
                    <a:pt x="450" y="901"/>
                  </a:cubicBezTo>
                  <a:cubicBezTo>
                    <a:pt x="567" y="868"/>
                    <a:pt x="639" y="759"/>
                    <a:pt x="612" y="642"/>
                  </a:cubicBezTo>
                  <a:cubicBezTo>
                    <a:pt x="567" y="465"/>
                    <a:pt x="515" y="297"/>
                    <a:pt x="444" y="127"/>
                  </a:cubicBezTo>
                  <a:cubicBezTo>
                    <a:pt x="404" y="50"/>
                    <a:pt x="325" y="0"/>
                    <a:pt x="2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118;p54">
              <a:extLst>
                <a:ext uri="{FF2B5EF4-FFF2-40B4-BE49-F238E27FC236}">
                  <a16:creationId xmlns:a16="http://schemas.microsoft.com/office/drawing/2014/main" id="{BABD5DC8-7578-C062-CDFB-57B2E3E8E192}"/>
                </a:ext>
              </a:extLst>
            </p:cNvPr>
            <p:cNvSpPr/>
            <p:nvPr/>
          </p:nvSpPr>
          <p:spPr>
            <a:xfrm>
              <a:off x="6637356" y="3868115"/>
              <a:ext cx="69346" cy="36069"/>
            </a:xfrm>
            <a:custGeom>
              <a:avLst/>
              <a:gdLst/>
              <a:ahLst/>
              <a:cxnLst/>
              <a:rect l="l" t="t" r="r" b="b"/>
              <a:pathLst>
                <a:path w="2576" h="1340" extrusionOk="0">
                  <a:moveTo>
                    <a:pt x="214" y="1"/>
                  </a:moveTo>
                  <a:cubicBezTo>
                    <a:pt x="97" y="1"/>
                    <a:pt x="0" y="97"/>
                    <a:pt x="0" y="221"/>
                  </a:cubicBezTo>
                  <a:cubicBezTo>
                    <a:pt x="0" y="338"/>
                    <a:pt x="97" y="436"/>
                    <a:pt x="214" y="436"/>
                  </a:cubicBezTo>
                  <a:cubicBezTo>
                    <a:pt x="963" y="436"/>
                    <a:pt x="1666" y="734"/>
                    <a:pt x="2185" y="1274"/>
                  </a:cubicBezTo>
                  <a:cubicBezTo>
                    <a:pt x="2224" y="1319"/>
                    <a:pt x="2282" y="1340"/>
                    <a:pt x="2335" y="1340"/>
                  </a:cubicBezTo>
                  <a:cubicBezTo>
                    <a:pt x="2393" y="1340"/>
                    <a:pt x="2446" y="1319"/>
                    <a:pt x="2485" y="1280"/>
                  </a:cubicBezTo>
                  <a:cubicBezTo>
                    <a:pt x="2569" y="1196"/>
                    <a:pt x="2576" y="1060"/>
                    <a:pt x="2491" y="976"/>
                  </a:cubicBezTo>
                  <a:cubicBezTo>
                    <a:pt x="1892" y="352"/>
                    <a:pt x="1080" y="1"/>
                    <a:pt x="2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119;p54">
              <a:extLst>
                <a:ext uri="{FF2B5EF4-FFF2-40B4-BE49-F238E27FC236}">
                  <a16:creationId xmlns:a16="http://schemas.microsoft.com/office/drawing/2014/main" id="{F0F1D2EF-0AF0-A8B2-3899-2C520E914621}"/>
                </a:ext>
              </a:extLst>
            </p:cNvPr>
            <p:cNvSpPr/>
            <p:nvPr/>
          </p:nvSpPr>
          <p:spPr>
            <a:xfrm>
              <a:off x="6464907" y="4078852"/>
              <a:ext cx="43260" cy="53754"/>
            </a:xfrm>
            <a:custGeom>
              <a:avLst/>
              <a:gdLst/>
              <a:ahLst/>
              <a:cxnLst/>
              <a:rect l="l" t="t" r="r" b="b"/>
              <a:pathLst>
                <a:path w="1607" h="1997" extrusionOk="0">
                  <a:moveTo>
                    <a:pt x="800" y="450"/>
                  </a:moveTo>
                  <a:cubicBezTo>
                    <a:pt x="1073" y="873"/>
                    <a:pt x="1171" y="1114"/>
                    <a:pt x="1171" y="1198"/>
                  </a:cubicBezTo>
                  <a:cubicBezTo>
                    <a:pt x="1171" y="1405"/>
                    <a:pt x="1009" y="1568"/>
                    <a:pt x="800" y="1568"/>
                  </a:cubicBezTo>
                  <a:cubicBezTo>
                    <a:pt x="598" y="1568"/>
                    <a:pt x="430" y="1405"/>
                    <a:pt x="430" y="1198"/>
                  </a:cubicBezTo>
                  <a:cubicBezTo>
                    <a:pt x="430" y="1114"/>
                    <a:pt x="527" y="873"/>
                    <a:pt x="800" y="450"/>
                  </a:cubicBezTo>
                  <a:close/>
                  <a:moveTo>
                    <a:pt x="800" y="1"/>
                  </a:moveTo>
                  <a:cubicBezTo>
                    <a:pt x="664" y="1"/>
                    <a:pt x="533" y="72"/>
                    <a:pt x="463" y="183"/>
                  </a:cubicBezTo>
                  <a:cubicBezTo>
                    <a:pt x="1" y="886"/>
                    <a:pt x="1" y="1120"/>
                    <a:pt x="1" y="1198"/>
                  </a:cubicBezTo>
                  <a:cubicBezTo>
                    <a:pt x="1" y="1640"/>
                    <a:pt x="358" y="1997"/>
                    <a:pt x="800" y="1997"/>
                  </a:cubicBezTo>
                  <a:cubicBezTo>
                    <a:pt x="1243" y="1997"/>
                    <a:pt x="1607" y="1640"/>
                    <a:pt x="1607" y="1198"/>
                  </a:cubicBezTo>
                  <a:cubicBezTo>
                    <a:pt x="1607" y="1120"/>
                    <a:pt x="1607" y="886"/>
                    <a:pt x="1138" y="183"/>
                  </a:cubicBezTo>
                  <a:cubicBezTo>
                    <a:pt x="1067" y="72"/>
                    <a:pt x="937" y="1"/>
                    <a:pt x="8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120;p54">
              <a:extLst>
                <a:ext uri="{FF2B5EF4-FFF2-40B4-BE49-F238E27FC236}">
                  <a16:creationId xmlns:a16="http://schemas.microsoft.com/office/drawing/2014/main" id="{72DB07B8-5E19-4205-F981-31C869DED4C5}"/>
                </a:ext>
              </a:extLst>
            </p:cNvPr>
            <p:cNvSpPr/>
            <p:nvPr/>
          </p:nvSpPr>
          <p:spPr>
            <a:xfrm>
              <a:off x="6536164" y="4078852"/>
              <a:ext cx="43260" cy="53754"/>
            </a:xfrm>
            <a:custGeom>
              <a:avLst/>
              <a:gdLst/>
              <a:ahLst/>
              <a:cxnLst/>
              <a:rect l="l" t="t" r="r" b="b"/>
              <a:pathLst>
                <a:path w="1607" h="1997" extrusionOk="0">
                  <a:moveTo>
                    <a:pt x="806" y="450"/>
                  </a:moveTo>
                  <a:cubicBezTo>
                    <a:pt x="1079" y="873"/>
                    <a:pt x="1178" y="1114"/>
                    <a:pt x="1178" y="1198"/>
                  </a:cubicBezTo>
                  <a:cubicBezTo>
                    <a:pt x="1178" y="1405"/>
                    <a:pt x="1015" y="1568"/>
                    <a:pt x="806" y="1568"/>
                  </a:cubicBezTo>
                  <a:cubicBezTo>
                    <a:pt x="599" y="1568"/>
                    <a:pt x="436" y="1405"/>
                    <a:pt x="436" y="1198"/>
                  </a:cubicBezTo>
                  <a:cubicBezTo>
                    <a:pt x="436" y="1114"/>
                    <a:pt x="533" y="873"/>
                    <a:pt x="806" y="450"/>
                  </a:cubicBezTo>
                  <a:close/>
                  <a:moveTo>
                    <a:pt x="806" y="1"/>
                  </a:moveTo>
                  <a:cubicBezTo>
                    <a:pt x="670" y="1"/>
                    <a:pt x="539" y="72"/>
                    <a:pt x="469" y="183"/>
                  </a:cubicBezTo>
                  <a:cubicBezTo>
                    <a:pt x="1" y="886"/>
                    <a:pt x="1" y="1120"/>
                    <a:pt x="1" y="1198"/>
                  </a:cubicBezTo>
                  <a:cubicBezTo>
                    <a:pt x="1" y="1640"/>
                    <a:pt x="364" y="1997"/>
                    <a:pt x="806" y="1997"/>
                  </a:cubicBezTo>
                  <a:cubicBezTo>
                    <a:pt x="1249" y="1997"/>
                    <a:pt x="1607" y="1640"/>
                    <a:pt x="1607" y="1198"/>
                  </a:cubicBezTo>
                  <a:cubicBezTo>
                    <a:pt x="1607" y="1120"/>
                    <a:pt x="1607" y="886"/>
                    <a:pt x="1145" y="183"/>
                  </a:cubicBezTo>
                  <a:cubicBezTo>
                    <a:pt x="1073" y="72"/>
                    <a:pt x="943" y="1"/>
                    <a:pt x="8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121;p54">
              <a:extLst>
                <a:ext uri="{FF2B5EF4-FFF2-40B4-BE49-F238E27FC236}">
                  <a16:creationId xmlns:a16="http://schemas.microsoft.com/office/drawing/2014/main" id="{3FE19340-C27A-4402-653A-1C50F3E941B0}"/>
                </a:ext>
              </a:extLst>
            </p:cNvPr>
            <p:cNvSpPr/>
            <p:nvPr/>
          </p:nvSpPr>
          <p:spPr>
            <a:xfrm>
              <a:off x="6607610" y="4078852"/>
              <a:ext cx="43260" cy="53754"/>
            </a:xfrm>
            <a:custGeom>
              <a:avLst/>
              <a:gdLst/>
              <a:ahLst/>
              <a:cxnLst/>
              <a:rect l="l" t="t" r="r" b="b"/>
              <a:pathLst>
                <a:path w="1607" h="1997" extrusionOk="0">
                  <a:moveTo>
                    <a:pt x="806" y="450"/>
                  </a:moveTo>
                  <a:cubicBezTo>
                    <a:pt x="1079" y="873"/>
                    <a:pt x="1177" y="1114"/>
                    <a:pt x="1177" y="1198"/>
                  </a:cubicBezTo>
                  <a:cubicBezTo>
                    <a:pt x="1177" y="1405"/>
                    <a:pt x="1007" y="1568"/>
                    <a:pt x="806" y="1568"/>
                  </a:cubicBezTo>
                  <a:cubicBezTo>
                    <a:pt x="598" y="1568"/>
                    <a:pt x="429" y="1405"/>
                    <a:pt x="429" y="1198"/>
                  </a:cubicBezTo>
                  <a:cubicBezTo>
                    <a:pt x="429" y="1114"/>
                    <a:pt x="532" y="873"/>
                    <a:pt x="806" y="450"/>
                  </a:cubicBezTo>
                  <a:close/>
                  <a:moveTo>
                    <a:pt x="806" y="1"/>
                  </a:moveTo>
                  <a:cubicBezTo>
                    <a:pt x="670" y="1"/>
                    <a:pt x="539" y="72"/>
                    <a:pt x="461" y="183"/>
                  </a:cubicBezTo>
                  <a:cubicBezTo>
                    <a:pt x="0" y="886"/>
                    <a:pt x="0" y="1120"/>
                    <a:pt x="0" y="1198"/>
                  </a:cubicBezTo>
                  <a:cubicBezTo>
                    <a:pt x="0" y="1640"/>
                    <a:pt x="364" y="1997"/>
                    <a:pt x="806" y="1997"/>
                  </a:cubicBezTo>
                  <a:cubicBezTo>
                    <a:pt x="1249" y="1997"/>
                    <a:pt x="1606" y="1640"/>
                    <a:pt x="1606" y="1198"/>
                  </a:cubicBezTo>
                  <a:cubicBezTo>
                    <a:pt x="1606" y="1120"/>
                    <a:pt x="1606" y="886"/>
                    <a:pt x="1144" y="183"/>
                  </a:cubicBezTo>
                  <a:cubicBezTo>
                    <a:pt x="1066" y="72"/>
                    <a:pt x="943" y="1"/>
                    <a:pt x="8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122;p54">
              <a:extLst>
                <a:ext uri="{FF2B5EF4-FFF2-40B4-BE49-F238E27FC236}">
                  <a16:creationId xmlns:a16="http://schemas.microsoft.com/office/drawing/2014/main" id="{2DA9E421-54AE-2645-522C-BFC2611CE8D8}"/>
                </a:ext>
              </a:extLst>
            </p:cNvPr>
            <p:cNvSpPr/>
            <p:nvPr/>
          </p:nvSpPr>
          <p:spPr>
            <a:xfrm>
              <a:off x="6679028" y="4078852"/>
              <a:ext cx="43260" cy="53754"/>
            </a:xfrm>
            <a:custGeom>
              <a:avLst/>
              <a:gdLst/>
              <a:ahLst/>
              <a:cxnLst/>
              <a:rect l="l" t="t" r="r" b="b"/>
              <a:pathLst>
                <a:path w="1607" h="1997" extrusionOk="0">
                  <a:moveTo>
                    <a:pt x="806" y="450"/>
                  </a:moveTo>
                  <a:cubicBezTo>
                    <a:pt x="1079" y="873"/>
                    <a:pt x="1177" y="1114"/>
                    <a:pt x="1177" y="1198"/>
                  </a:cubicBezTo>
                  <a:cubicBezTo>
                    <a:pt x="1177" y="1405"/>
                    <a:pt x="1007" y="1568"/>
                    <a:pt x="806" y="1568"/>
                  </a:cubicBezTo>
                  <a:cubicBezTo>
                    <a:pt x="598" y="1568"/>
                    <a:pt x="430" y="1405"/>
                    <a:pt x="430" y="1198"/>
                  </a:cubicBezTo>
                  <a:cubicBezTo>
                    <a:pt x="430" y="1114"/>
                    <a:pt x="527" y="873"/>
                    <a:pt x="806" y="450"/>
                  </a:cubicBezTo>
                  <a:close/>
                  <a:moveTo>
                    <a:pt x="806" y="1"/>
                  </a:moveTo>
                  <a:cubicBezTo>
                    <a:pt x="664" y="1"/>
                    <a:pt x="539" y="72"/>
                    <a:pt x="461" y="183"/>
                  </a:cubicBezTo>
                  <a:cubicBezTo>
                    <a:pt x="1" y="886"/>
                    <a:pt x="1" y="1120"/>
                    <a:pt x="1" y="1198"/>
                  </a:cubicBezTo>
                  <a:cubicBezTo>
                    <a:pt x="1" y="1640"/>
                    <a:pt x="358" y="1997"/>
                    <a:pt x="806" y="1997"/>
                  </a:cubicBezTo>
                  <a:cubicBezTo>
                    <a:pt x="1249" y="1997"/>
                    <a:pt x="1607" y="1640"/>
                    <a:pt x="1607" y="1198"/>
                  </a:cubicBezTo>
                  <a:cubicBezTo>
                    <a:pt x="1607" y="1120"/>
                    <a:pt x="1607" y="886"/>
                    <a:pt x="1145" y="183"/>
                  </a:cubicBezTo>
                  <a:cubicBezTo>
                    <a:pt x="1067" y="72"/>
                    <a:pt x="943" y="1"/>
                    <a:pt x="8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123;p54">
              <a:extLst>
                <a:ext uri="{FF2B5EF4-FFF2-40B4-BE49-F238E27FC236}">
                  <a16:creationId xmlns:a16="http://schemas.microsoft.com/office/drawing/2014/main" id="{353192F3-C751-2489-FE35-6AE24D82AB18}"/>
                </a:ext>
              </a:extLst>
            </p:cNvPr>
            <p:cNvSpPr/>
            <p:nvPr/>
          </p:nvSpPr>
          <p:spPr>
            <a:xfrm>
              <a:off x="6464907" y="4184072"/>
              <a:ext cx="43260" cy="53781"/>
            </a:xfrm>
            <a:custGeom>
              <a:avLst/>
              <a:gdLst/>
              <a:ahLst/>
              <a:cxnLst/>
              <a:rect l="l" t="t" r="r" b="b"/>
              <a:pathLst>
                <a:path w="1607" h="1998" extrusionOk="0">
                  <a:moveTo>
                    <a:pt x="800" y="450"/>
                  </a:moveTo>
                  <a:cubicBezTo>
                    <a:pt x="1073" y="866"/>
                    <a:pt x="1171" y="1113"/>
                    <a:pt x="1171" y="1197"/>
                  </a:cubicBezTo>
                  <a:cubicBezTo>
                    <a:pt x="1171" y="1399"/>
                    <a:pt x="1009" y="1569"/>
                    <a:pt x="800" y="1569"/>
                  </a:cubicBezTo>
                  <a:cubicBezTo>
                    <a:pt x="598" y="1569"/>
                    <a:pt x="430" y="1399"/>
                    <a:pt x="430" y="1197"/>
                  </a:cubicBezTo>
                  <a:cubicBezTo>
                    <a:pt x="430" y="1113"/>
                    <a:pt x="527" y="866"/>
                    <a:pt x="800" y="450"/>
                  </a:cubicBezTo>
                  <a:close/>
                  <a:moveTo>
                    <a:pt x="800" y="0"/>
                  </a:moveTo>
                  <a:cubicBezTo>
                    <a:pt x="664" y="0"/>
                    <a:pt x="533" y="66"/>
                    <a:pt x="463" y="183"/>
                  </a:cubicBezTo>
                  <a:cubicBezTo>
                    <a:pt x="1" y="879"/>
                    <a:pt x="1" y="1119"/>
                    <a:pt x="1" y="1197"/>
                  </a:cubicBezTo>
                  <a:cubicBezTo>
                    <a:pt x="1" y="1639"/>
                    <a:pt x="358" y="1998"/>
                    <a:pt x="800" y="1998"/>
                  </a:cubicBezTo>
                  <a:cubicBezTo>
                    <a:pt x="1243" y="1998"/>
                    <a:pt x="1607" y="1639"/>
                    <a:pt x="1607" y="1197"/>
                  </a:cubicBezTo>
                  <a:cubicBezTo>
                    <a:pt x="1607" y="1119"/>
                    <a:pt x="1607" y="879"/>
                    <a:pt x="1138" y="183"/>
                  </a:cubicBezTo>
                  <a:cubicBezTo>
                    <a:pt x="1067" y="66"/>
                    <a:pt x="937" y="0"/>
                    <a:pt x="8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124;p54">
              <a:extLst>
                <a:ext uri="{FF2B5EF4-FFF2-40B4-BE49-F238E27FC236}">
                  <a16:creationId xmlns:a16="http://schemas.microsoft.com/office/drawing/2014/main" id="{ACDE964B-33B1-A954-A407-1361EE70509B}"/>
                </a:ext>
              </a:extLst>
            </p:cNvPr>
            <p:cNvSpPr/>
            <p:nvPr/>
          </p:nvSpPr>
          <p:spPr>
            <a:xfrm>
              <a:off x="6536164" y="4184072"/>
              <a:ext cx="43260" cy="53781"/>
            </a:xfrm>
            <a:custGeom>
              <a:avLst/>
              <a:gdLst/>
              <a:ahLst/>
              <a:cxnLst/>
              <a:rect l="l" t="t" r="r" b="b"/>
              <a:pathLst>
                <a:path w="1607" h="1998" extrusionOk="0">
                  <a:moveTo>
                    <a:pt x="806" y="450"/>
                  </a:moveTo>
                  <a:cubicBezTo>
                    <a:pt x="1079" y="866"/>
                    <a:pt x="1178" y="1113"/>
                    <a:pt x="1178" y="1197"/>
                  </a:cubicBezTo>
                  <a:cubicBezTo>
                    <a:pt x="1178" y="1399"/>
                    <a:pt x="1015" y="1569"/>
                    <a:pt x="806" y="1569"/>
                  </a:cubicBezTo>
                  <a:cubicBezTo>
                    <a:pt x="599" y="1569"/>
                    <a:pt x="436" y="1399"/>
                    <a:pt x="436" y="1197"/>
                  </a:cubicBezTo>
                  <a:cubicBezTo>
                    <a:pt x="436" y="1113"/>
                    <a:pt x="533" y="866"/>
                    <a:pt x="806" y="450"/>
                  </a:cubicBezTo>
                  <a:close/>
                  <a:moveTo>
                    <a:pt x="806" y="0"/>
                  </a:moveTo>
                  <a:cubicBezTo>
                    <a:pt x="670" y="0"/>
                    <a:pt x="539" y="66"/>
                    <a:pt x="469" y="183"/>
                  </a:cubicBezTo>
                  <a:cubicBezTo>
                    <a:pt x="1" y="879"/>
                    <a:pt x="1" y="1119"/>
                    <a:pt x="1" y="1197"/>
                  </a:cubicBezTo>
                  <a:cubicBezTo>
                    <a:pt x="1" y="1639"/>
                    <a:pt x="364" y="1998"/>
                    <a:pt x="806" y="1998"/>
                  </a:cubicBezTo>
                  <a:cubicBezTo>
                    <a:pt x="1249" y="1998"/>
                    <a:pt x="1607" y="1639"/>
                    <a:pt x="1607" y="1197"/>
                  </a:cubicBezTo>
                  <a:cubicBezTo>
                    <a:pt x="1607" y="1119"/>
                    <a:pt x="1607" y="879"/>
                    <a:pt x="1145" y="183"/>
                  </a:cubicBezTo>
                  <a:cubicBezTo>
                    <a:pt x="1073" y="66"/>
                    <a:pt x="943" y="0"/>
                    <a:pt x="8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125;p54">
              <a:extLst>
                <a:ext uri="{FF2B5EF4-FFF2-40B4-BE49-F238E27FC236}">
                  <a16:creationId xmlns:a16="http://schemas.microsoft.com/office/drawing/2014/main" id="{3F69C86C-BC41-ADBF-E224-0C2FBD5999B0}"/>
                </a:ext>
              </a:extLst>
            </p:cNvPr>
            <p:cNvSpPr/>
            <p:nvPr/>
          </p:nvSpPr>
          <p:spPr>
            <a:xfrm>
              <a:off x="6607610" y="4184072"/>
              <a:ext cx="43260" cy="53781"/>
            </a:xfrm>
            <a:custGeom>
              <a:avLst/>
              <a:gdLst/>
              <a:ahLst/>
              <a:cxnLst/>
              <a:rect l="l" t="t" r="r" b="b"/>
              <a:pathLst>
                <a:path w="1607" h="1998" extrusionOk="0">
                  <a:moveTo>
                    <a:pt x="806" y="450"/>
                  </a:moveTo>
                  <a:cubicBezTo>
                    <a:pt x="1079" y="866"/>
                    <a:pt x="1177" y="1113"/>
                    <a:pt x="1177" y="1197"/>
                  </a:cubicBezTo>
                  <a:cubicBezTo>
                    <a:pt x="1177" y="1399"/>
                    <a:pt x="1007" y="1569"/>
                    <a:pt x="806" y="1569"/>
                  </a:cubicBezTo>
                  <a:cubicBezTo>
                    <a:pt x="598" y="1569"/>
                    <a:pt x="429" y="1399"/>
                    <a:pt x="429" y="1197"/>
                  </a:cubicBezTo>
                  <a:cubicBezTo>
                    <a:pt x="429" y="1113"/>
                    <a:pt x="532" y="866"/>
                    <a:pt x="806" y="450"/>
                  </a:cubicBezTo>
                  <a:close/>
                  <a:moveTo>
                    <a:pt x="806" y="0"/>
                  </a:moveTo>
                  <a:cubicBezTo>
                    <a:pt x="670" y="0"/>
                    <a:pt x="539" y="66"/>
                    <a:pt x="461" y="183"/>
                  </a:cubicBezTo>
                  <a:cubicBezTo>
                    <a:pt x="0" y="879"/>
                    <a:pt x="0" y="1119"/>
                    <a:pt x="0" y="1197"/>
                  </a:cubicBezTo>
                  <a:cubicBezTo>
                    <a:pt x="0" y="1639"/>
                    <a:pt x="364" y="1998"/>
                    <a:pt x="806" y="1998"/>
                  </a:cubicBezTo>
                  <a:cubicBezTo>
                    <a:pt x="1249" y="1998"/>
                    <a:pt x="1606" y="1639"/>
                    <a:pt x="1606" y="1197"/>
                  </a:cubicBezTo>
                  <a:cubicBezTo>
                    <a:pt x="1606" y="1119"/>
                    <a:pt x="1606" y="879"/>
                    <a:pt x="1144" y="183"/>
                  </a:cubicBezTo>
                  <a:cubicBezTo>
                    <a:pt x="1066" y="66"/>
                    <a:pt x="943" y="0"/>
                    <a:pt x="8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126;p54">
              <a:extLst>
                <a:ext uri="{FF2B5EF4-FFF2-40B4-BE49-F238E27FC236}">
                  <a16:creationId xmlns:a16="http://schemas.microsoft.com/office/drawing/2014/main" id="{282B8236-D3E7-EE1E-A4A4-898FFC201A89}"/>
                </a:ext>
              </a:extLst>
            </p:cNvPr>
            <p:cNvSpPr/>
            <p:nvPr/>
          </p:nvSpPr>
          <p:spPr>
            <a:xfrm>
              <a:off x="6679028" y="4184072"/>
              <a:ext cx="43260" cy="53781"/>
            </a:xfrm>
            <a:custGeom>
              <a:avLst/>
              <a:gdLst/>
              <a:ahLst/>
              <a:cxnLst/>
              <a:rect l="l" t="t" r="r" b="b"/>
              <a:pathLst>
                <a:path w="1607" h="1998" extrusionOk="0">
                  <a:moveTo>
                    <a:pt x="806" y="450"/>
                  </a:moveTo>
                  <a:cubicBezTo>
                    <a:pt x="1079" y="866"/>
                    <a:pt x="1177" y="1113"/>
                    <a:pt x="1177" y="1197"/>
                  </a:cubicBezTo>
                  <a:cubicBezTo>
                    <a:pt x="1177" y="1399"/>
                    <a:pt x="1007" y="1569"/>
                    <a:pt x="806" y="1569"/>
                  </a:cubicBezTo>
                  <a:cubicBezTo>
                    <a:pt x="598" y="1569"/>
                    <a:pt x="430" y="1399"/>
                    <a:pt x="430" y="1197"/>
                  </a:cubicBezTo>
                  <a:cubicBezTo>
                    <a:pt x="430" y="1113"/>
                    <a:pt x="527" y="866"/>
                    <a:pt x="806" y="450"/>
                  </a:cubicBezTo>
                  <a:close/>
                  <a:moveTo>
                    <a:pt x="806" y="0"/>
                  </a:moveTo>
                  <a:cubicBezTo>
                    <a:pt x="664" y="0"/>
                    <a:pt x="539" y="66"/>
                    <a:pt x="461" y="183"/>
                  </a:cubicBezTo>
                  <a:cubicBezTo>
                    <a:pt x="1" y="879"/>
                    <a:pt x="1" y="1119"/>
                    <a:pt x="1" y="1197"/>
                  </a:cubicBezTo>
                  <a:cubicBezTo>
                    <a:pt x="1" y="1639"/>
                    <a:pt x="358" y="1998"/>
                    <a:pt x="806" y="1998"/>
                  </a:cubicBezTo>
                  <a:cubicBezTo>
                    <a:pt x="1249" y="1998"/>
                    <a:pt x="1607" y="1639"/>
                    <a:pt x="1607" y="1197"/>
                  </a:cubicBezTo>
                  <a:cubicBezTo>
                    <a:pt x="1607" y="1119"/>
                    <a:pt x="1607" y="879"/>
                    <a:pt x="1145" y="183"/>
                  </a:cubicBezTo>
                  <a:cubicBezTo>
                    <a:pt x="1067" y="66"/>
                    <a:pt x="943" y="0"/>
                    <a:pt x="8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127;p54">
              <a:extLst>
                <a:ext uri="{FF2B5EF4-FFF2-40B4-BE49-F238E27FC236}">
                  <a16:creationId xmlns:a16="http://schemas.microsoft.com/office/drawing/2014/main" id="{81E92942-D8A0-A1CF-6DB5-A0A6CD14847C}"/>
                </a:ext>
              </a:extLst>
            </p:cNvPr>
            <p:cNvSpPr/>
            <p:nvPr/>
          </p:nvSpPr>
          <p:spPr>
            <a:xfrm>
              <a:off x="6500630" y="4130856"/>
              <a:ext cx="43099" cy="53781"/>
            </a:xfrm>
            <a:custGeom>
              <a:avLst/>
              <a:gdLst/>
              <a:ahLst/>
              <a:cxnLst/>
              <a:rect l="l" t="t" r="r" b="b"/>
              <a:pathLst>
                <a:path w="1601" h="1998" extrusionOk="0">
                  <a:moveTo>
                    <a:pt x="799" y="449"/>
                  </a:moveTo>
                  <a:cubicBezTo>
                    <a:pt x="1073" y="866"/>
                    <a:pt x="1171" y="1112"/>
                    <a:pt x="1171" y="1197"/>
                  </a:cubicBezTo>
                  <a:cubicBezTo>
                    <a:pt x="1171" y="1399"/>
                    <a:pt x="1009" y="1568"/>
                    <a:pt x="799" y="1568"/>
                  </a:cubicBezTo>
                  <a:cubicBezTo>
                    <a:pt x="592" y="1568"/>
                    <a:pt x="429" y="1399"/>
                    <a:pt x="429" y="1197"/>
                  </a:cubicBezTo>
                  <a:cubicBezTo>
                    <a:pt x="429" y="1112"/>
                    <a:pt x="526" y="866"/>
                    <a:pt x="799" y="449"/>
                  </a:cubicBezTo>
                  <a:close/>
                  <a:moveTo>
                    <a:pt x="799" y="1"/>
                  </a:moveTo>
                  <a:cubicBezTo>
                    <a:pt x="664" y="1"/>
                    <a:pt x="532" y="73"/>
                    <a:pt x="462" y="182"/>
                  </a:cubicBezTo>
                  <a:cubicBezTo>
                    <a:pt x="0" y="878"/>
                    <a:pt x="0" y="1119"/>
                    <a:pt x="0" y="1197"/>
                  </a:cubicBezTo>
                  <a:cubicBezTo>
                    <a:pt x="0" y="1640"/>
                    <a:pt x="358" y="1997"/>
                    <a:pt x="799" y="1997"/>
                  </a:cubicBezTo>
                  <a:cubicBezTo>
                    <a:pt x="1243" y="1997"/>
                    <a:pt x="1600" y="1640"/>
                    <a:pt x="1600" y="1197"/>
                  </a:cubicBezTo>
                  <a:cubicBezTo>
                    <a:pt x="1600" y="1119"/>
                    <a:pt x="1600" y="878"/>
                    <a:pt x="1138" y="182"/>
                  </a:cubicBezTo>
                  <a:cubicBezTo>
                    <a:pt x="1066" y="73"/>
                    <a:pt x="937" y="1"/>
                    <a:pt x="7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128;p54">
              <a:extLst>
                <a:ext uri="{FF2B5EF4-FFF2-40B4-BE49-F238E27FC236}">
                  <a16:creationId xmlns:a16="http://schemas.microsoft.com/office/drawing/2014/main" id="{CD73F97E-CB6D-0372-EB22-F6ADA57B00E3}"/>
                </a:ext>
              </a:extLst>
            </p:cNvPr>
            <p:cNvSpPr/>
            <p:nvPr/>
          </p:nvSpPr>
          <p:spPr>
            <a:xfrm>
              <a:off x="6571887" y="4130856"/>
              <a:ext cx="43260" cy="53781"/>
            </a:xfrm>
            <a:custGeom>
              <a:avLst/>
              <a:gdLst/>
              <a:ahLst/>
              <a:cxnLst/>
              <a:rect l="l" t="t" r="r" b="b"/>
              <a:pathLst>
                <a:path w="1607" h="1998" extrusionOk="0">
                  <a:moveTo>
                    <a:pt x="806" y="449"/>
                  </a:moveTo>
                  <a:cubicBezTo>
                    <a:pt x="1079" y="866"/>
                    <a:pt x="1177" y="1112"/>
                    <a:pt x="1177" y="1197"/>
                  </a:cubicBezTo>
                  <a:cubicBezTo>
                    <a:pt x="1177" y="1399"/>
                    <a:pt x="1007" y="1568"/>
                    <a:pt x="806" y="1568"/>
                  </a:cubicBezTo>
                  <a:cubicBezTo>
                    <a:pt x="598" y="1568"/>
                    <a:pt x="436" y="1399"/>
                    <a:pt x="436" y="1197"/>
                  </a:cubicBezTo>
                  <a:cubicBezTo>
                    <a:pt x="436" y="1112"/>
                    <a:pt x="533" y="866"/>
                    <a:pt x="806" y="449"/>
                  </a:cubicBezTo>
                  <a:close/>
                  <a:moveTo>
                    <a:pt x="806" y="1"/>
                  </a:moveTo>
                  <a:cubicBezTo>
                    <a:pt x="670" y="1"/>
                    <a:pt x="539" y="73"/>
                    <a:pt x="469" y="182"/>
                  </a:cubicBezTo>
                  <a:cubicBezTo>
                    <a:pt x="0" y="878"/>
                    <a:pt x="0" y="1119"/>
                    <a:pt x="0" y="1197"/>
                  </a:cubicBezTo>
                  <a:cubicBezTo>
                    <a:pt x="0" y="1640"/>
                    <a:pt x="364" y="1997"/>
                    <a:pt x="806" y="1997"/>
                  </a:cubicBezTo>
                  <a:cubicBezTo>
                    <a:pt x="1249" y="1997"/>
                    <a:pt x="1607" y="1640"/>
                    <a:pt x="1607" y="1197"/>
                  </a:cubicBezTo>
                  <a:cubicBezTo>
                    <a:pt x="1607" y="1119"/>
                    <a:pt x="1607" y="878"/>
                    <a:pt x="1145" y="182"/>
                  </a:cubicBezTo>
                  <a:cubicBezTo>
                    <a:pt x="1066" y="73"/>
                    <a:pt x="943" y="1"/>
                    <a:pt x="8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" name="Google Shape;1129;p54">
              <a:extLst>
                <a:ext uri="{FF2B5EF4-FFF2-40B4-BE49-F238E27FC236}">
                  <a16:creationId xmlns:a16="http://schemas.microsoft.com/office/drawing/2014/main" id="{46975B2F-9677-05C7-EECE-7DC36556918A}"/>
                </a:ext>
              </a:extLst>
            </p:cNvPr>
            <p:cNvSpPr/>
            <p:nvPr/>
          </p:nvSpPr>
          <p:spPr>
            <a:xfrm>
              <a:off x="6643306" y="4130856"/>
              <a:ext cx="43260" cy="53781"/>
            </a:xfrm>
            <a:custGeom>
              <a:avLst/>
              <a:gdLst/>
              <a:ahLst/>
              <a:cxnLst/>
              <a:rect l="l" t="t" r="r" b="b"/>
              <a:pathLst>
                <a:path w="1607" h="1998" extrusionOk="0">
                  <a:moveTo>
                    <a:pt x="806" y="449"/>
                  </a:moveTo>
                  <a:cubicBezTo>
                    <a:pt x="1079" y="866"/>
                    <a:pt x="1178" y="1112"/>
                    <a:pt x="1178" y="1197"/>
                  </a:cubicBezTo>
                  <a:cubicBezTo>
                    <a:pt x="1178" y="1399"/>
                    <a:pt x="1008" y="1568"/>
                    <a:pt x="806" y="1568"/>
                  </a:cubicBezTo>
                  <a:cubicBezTo>
                    <a:pt x="599" y="1568"/>
                    <a:pt x="430" y="1399"/>
                    <a:pt x="430" y="1197"/>
                  </a:cubicBezTo>
                  <a:cubicBezTo>
                    <a:pt x="430" y="1112"/>
                    <a:pt x="527" y="866"/>
                    <a:pt x="806" y="449"/>
                  </a:cubicBezTo>
                  <a:close/>
                  <a:moveTo>
                    <a:pt x="806" y="1"/>
                  </a:moveTo>
                  <a:cubicBezTo>
                    <a:pt x="670" y="1"/>
                    <a:pt x="539" y="73"/>
                    <a:pt x="461" y="182"/>
                  </a:cubicBezTo>
                  <a:cubicBezTo>
                    <a:pt x="1" y="878"/>
                    <a:pt x="1" y="1119"/>
                    <a:pt x="1" y="1197"/>
                  </a:cubicBezTo>
                  <a:cubicBezTo>
                    <a:pt x="1" y="1640"/>
                    <a:pt x="365" y="1997"/>
                    <a:pt x="806" y="1997"/>
                  </a:cubicBezTo>
                  <a:cubicBezTo>
                    <a:pt x="1250" y="1997"/>
                    <a:pt x="1607" y="1640"/>
                    <a:pt x="1607" y="1197"/>
                  </a:cubicBezTo>
                  <a:cubicBezTo>
                    <a:pt x="1607" y="1119"/>
                    <a:pt x="1607" y="878"/>
                    <a:pt x="1145" y="182"/>
                  </a:cubicBezTo>
                  <a:cubicBezTo>
                    <a:pt x="1067" y="73"/>
                    <a:pt x="944" y="1"/>
                    <a:pt x="8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130;p54">
              <a:extLst>
                <a:ext uri="{FF2B5EF4-FFF2-40B4-BE49-F238E27FC236}">
                  <a16:creationId xmlns:a16="http://schemas.microsoft.com/office/drawing/2014/main" id="{E7D2204E-5653-2907-4827-2873DCCC0518}"/>
                </a:ext>
              </a:extLst>
            </p:cNvPr>
            <p:cNvSpPr/>
            <p:nvPr/>
          </p:nvSpPr>
          <p:spPr>
            <a:xfrm>
              <a:off x="6714751" y="4130856"/>
              <a:ext cx="43260" cy="53781"/>
            </a:xfrm>
            <a:custGeom>
              <a:avLst/>
              <a:gdLst/>
              <a:ahLst/>
              <a:cxnLst/>
              <a:rect l="l" t="t" r="r" b="b"/>
              <a:pathLst>
                <a:path w="1607" h="1998" extrusionOk="0">
                  <a:moveTo>
                    <a:pt x="799" y="449"/>
                  </a:moveTo>
                  <a:cubicBezTo>
                    <a:pt x="1079" y="866"/>
                    <a:pt x="1177" y="1112"/>
                    <a:pt x="1177" y="1197"/>
                  </a:cubicBezTo>
                  <a:cubicBezTo>
                    <a:pt x="1177" y="1399"/>
                    <a:pt x="1007" y="1568"/>
                    <a:pt x="799" y="1568"/>
                  </a:cubicBezTo>
                  <a:cubicBezTo>
                    <a:pt x="598" y="1568"/>
                    <a:pt x="429" y="1399"/>
                    <a:pt x="429" y="1197"/>
                  </a:cubicBezTo>
                  <a:cubicBezTo>
                    <a:pt x="429" y="1112"/>
                    <a:pt x="526" y="866"/>
                    <a:pt x="799" y="449"/>
                  </a:cubicBezTo>
                  <a:close/>
                  <a:moveTo>
                    <a:pt x="799" y="1"/>
                  </a:moveTo>
                  <a:cubicBezTo>
                    <a:pt x="664" y="1"/>
                    <a:pt x="539" y="73"/>
                    <a:pt x="461" y="182"/>
                  </a:cubicBezTo>
                  <a:cubicBezTo>
                    <a:pt x="0" y="878"/>
                    <a:pt x="0" y="1119"/>
                    <a:pt x="0" y="1197"/>
                  </a:cubicBezTo>
                  <a:cubicBezTo>
                    <a:pt x="0" y="1640"/>
                    <a:pt x="358" y="1997"/>
                    <a:pt x="799" y="1997"/>
                  </a:cubicBezTo>
                  <a:cubicBezTo>
                    <a:pt x="1249" y="1997"/>
                    <a:pt x="1606" y="1640"/>
                    <a:pt x="1606" y="1197"/>
                  </a:cubicBezTo>
                  <a:cubicBezTo>
                    <a:pt x="1606" y="1119"/>
                    <a:pt x="1606" y="878"/>
                    <a:pt x="1144" y="182"/>
                  </a:cubicBezTo>
                  <a:cubicBezTo>
                    <a:pt x="1066" y="73"/>
                    <a:pt x="943" y="1"/>
                    <a:pt x="7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1234;p54">
            <a:extLst>
              <a:ext uri="{FF2B5EF4-FFF2-40B4-BE49-F238E27FC236}">
                <a16:creationId xmlns:a16="http://schemas.microsoft.com/office/drawing/2014/main" id="{2190A284-E5D3-B327-A612-F16EF62B9019}"/>
              </a:ext>
            </a:extLst>
          </p:cNvPr>
          <p:cNvGrpSpPr/>
          <p:nvPr/>
        </p:nvGrpSpPr>
        <p:grpSpPr>
          <a:xfrm>
            <a:off x="1419124" y="2022630"/>
            <a:ext cx="274584" cy="395337"/>
            <a:chOff x="8091494" y="1469792"/>
            <a:chExt cx="274584" cy="395337"/>
          </a:xfrm>
        </p:grpSpPr>
        <p:sp>
          <p:nvSpPr>
            <p:cNvPr id="48" name="Google Shape;1235;p54">
              <a:extLst>
                <a:ext uri="{FF2B5EF4-FFF2-40B4-BE49-F238E27FC236}">
                  <a16:creationId xmlns:a16="http://schemas.microsoft.com/office/drawing/2014/main" id="{F8F432BC-067A-8131-4E1A-1AEBD2727582}"/>
                </a:ext>
              </a:extLst>
            </p:cNvPr>
            <p:cNvSpPr/>
            <p:nvPr/>
          </p:nvSpPr>
          <p:spPr>
            <a:xfrm>
              <a:off x="8117768" y="1496171"/>
              <a:ext cx="76857" cy="342498"/>
            </a:xfrm>
            <a:custGeom>
              <a:avLst/>
              <a:gdLst/>
              <a:ahLst/>
              <a:cxnLst/>
              <a:rect l="l" t="t" r="r" b="b"/>
              <a:pathLst>
                <a:path w="2855" h="12724" extrusionOk="0">
                  <a:moveTo>
                    <a:pt x="1692" y="8353"/>
                  </a:moveTo>
                  <a:lnTo>
                    <a:pt x="1692" y="10070"/>
                  </a:lnTo>
                  <a:cubicBezTo>
                    <a:pt x="1692" y="10136"/>
                    <a:pt x="1717" y="10195"/>
                    <a:pt x="1762" y="10234"/>
                  </a:cubicBezTo>
                  <a:lnTo>
                    <a:pt x="2089" y="10526"/>
                  </a:lnTo>
                  <a:cubicBezTo>
                    <a:pt x="2302" y="10721"/>
                    <a:pt x="2426" y="10994"/>
                    <a:pt x="2426" y="11274"/>
                  </a:cubicBezTo>
                  <a:cubicBezTo>
                    <a:pt x="2426" y="11826"/>
                    <a:pt x="1978" y="12276"/>
                    <a:pt x="1431" y="12276"/>
                  </a:cubicBezTo>
                  <a:cubicBezTo>
                    <a:pt x="885" y="12276"/>
                    <a:pt x="436" y="11826"/>
                    <a:pt x="436" y="11274"/>
                  </a:cubicBezTo>
                  <a:cubicBezTo>
                    <a:pt x="436" y="10994"/>
                    <a:pt x="560" y="10721"/>
                    <a:pt x="768" y="10526"/>
                  </a:cubicBezTo>
                  <a:lnTo>
                    <a:pt x="1099" y="10234"/>
                  </a:lnTo>
                  <a:cubicBezTo>
                    <a:pt x="1146" y="10195"/>
                    <a:pt x="1171" y="10136"/>
                    <a:pt x="1171" y="10070"/>
                  </a:cubicBezTo>
                  <a:lnTo>
                    <a:pt x="1171" y="8353"/>
                  </a:lnTo>
                  <a:close/>
                  <a:moveTo>
                    <a:pt x="1433" y="1"/>
                  </a:moveTo>
                  <a:cubicBezTo>
                    <a:pt x="1416" y="1"/>
                    <a:pt x="1398" y="1"/>
                    <a:pt x="1380" y="3"/>
                  </a:cubicBezTo>
                  <a:cubicBezTo>
                    <a:pt x="1021" y="29"/>
                    <a:pt x="742" y="329"/>
                    <a:pt x="742" y="693"/>
                  </a:cubicBezTo>
                  <a:lnTo>
                    <a:pt x="742" y="5915"/>
                  </a:lnTo>
                  <a:cubicBezTo>
                    <a:pt x="742" y="6026"/>
                    <a:pt x="820" y="6123"/>
                    <a:pt x="930" y="6137"/>
                  </a:cubicBezTo>
                  <a:cubicBezTo>
                    <a:pt x="938" y="6138"/>
                    <a:pt x="945" y="6138"/>
                    <a:pt x="953" y="6138"/>
                  </a:cubicBezTo>
                  <a:cubicBezTo>
                    <a:pt x="1072" y="6138"/>
                    <a:pt x="1171" y="6044"/>
                    <a:pt x="1171" y="5921"/>
                  </a:cubicBezTo>
                  <a:lnTo>
                    <a:pt x="1171" y="705"/>
                  </a:lnTo>
                  <a:cubicBezTo>
                    <a:pt x="1171" y="569"/>
                    <a:pt x="1275" y="446"/>
                    <a:pt x="1411" y="440"/>
                  </a:cubicBezTo>
                  <a:cubicBezTo>
                    <a:pt x="1419" y="439"/>
                    <a:pt x="1427" y="439"/>
                    <a:pt x="1434" y="439"/>
                  </a:cubicBezTo>
                  <a:cubicBezTo>
                    <a:pt x="1574" y="439"/>
                    <a:pt x="1692" y="557"/>
                    <a:pt x="1692" y="699"/>
                  </a:cubicBezTo>
                  <a:lnTo>
                    <a:pt x="1692" y="7924"/>
                  </a:lnTo>
                  <a:lnTo>
                    <a:pt x="1171" y="7924"/>
                  </a:lnTo>
                  <a:lnTo>
                    <a:pt x="1171" y="6864"/>
                  </a:lnTo>
                  <a:cubicBezTo>
                    <a:pt x="1171" y="6753"/>
                    <a:pt x="1093" y="6657"/>
                    <a:pt x="982" y="6636"/>
                  </a:cubicBezTo>
                  <a:cubicBezTo>
                    <a:pt x="975" y="6636"/>
                    <a:pt x="968" y="6635"/>
                    <a:pt x="961" y="6635"/>
                  </a:cubicBezTo>
                  <a:cubicBezTo>
                    <a:pt x="841" y="6635"/>
                    <a:pt x="742" y="6735"/>
                    <a:pt x="742" y="6852"/>
                  </a:cubicBezTo>
                  <a:lnTo>
                    <a:pt x="742" y="9992"/>
                  </a:lnTo>
                  <a:lnTo>
                    <a:pt x="482" y="10226"/>
                  </a:lnTo>
                  <a:cubicBezTo>
                    <a:pt x="177" y="10493"/>
                    <a:pt x="0" y="10883"/>
                    <a:pt x="0" y="11294"/>
                  </a:cubicBezTo>
                  <a:cubicBezTo>
                    <a:pt x="0" y="12081"/>
                    <a:pt x="645" y="12724"/>
                    <a:pt x="1431" y="12724"/>
                  </a:cubicBezTo>
                  <a:cubicBezTo>
                    <a:pt x="2218" y="12724"/>
                    <a:pt x="2855" y="12081"/>
                    <a:pt x="2855" y="11294"/>
                  </a:cubicBezTo>
                  <a:cubicBezTo>
                    <a:pt x="2855" y="10883"/>
                    <a:pt x="2686" y="10493"/>
                    <a:pt x="2380" y="10226"/>
                  </a:cubicBezTo>
                  <a:lnTo>
                    <a:pt x="2121" y="9992"/>
                  </a:lnTo>
                  <a:lnTo>
                    <a:pt x="2121" y="8985"/>
                  </a:lnTo>
                  <a:lnTo>
                    <a:pt x="2212" y="8985"/>
                  </a:lnTo>
                  <a:cubicBezTo>
                    <a:pt x="2323" y="8985"/>
                    <a:pt x="2419" y="8907"/>
                    <a:pt x="2433" y="8797"/>
                  </a:cubicBezTo>
                  <a:cubicBezTo>
                    <a:pt x="2446" y="8665"/>
                    <a:pt x="2348" y="8556"/>
                    <a:pt x="2218" y="8556"/>
                  </a:cubicBezTo>
                  <a:lnTo>
                    <a:pt x="2121" y="8556"/>
                  </a:lnTo>
                  <a:lnTo>
                    <a:pt x="2121" y="7411"/>
                  </a:lnTo>
                  <a:lnTo>
                    <a:pt x="2212" y="7411"/>
                  </a:lnTo>
                  <a:cubicBezTo>
                    <a:pt x="2323" y="7411"/>
                    <a:pt x="2419" y="7332"/>
                    <a:pt x="2433" y="7222"/>
                  </a:cubicBezTo>
                  <a:cubicBezTo>
                    <a:pt x="2446" y="7092"/>
                    <a:pt x="2348" y="6981"/>
                    <a:pt x="2218" y="6981"/>
                  </a:cubicBezTo>
                  <a:lnTo>
                    <a:pt x="2121" y="6981"/>
                  </a:lnTo>
                  <a:lnTo>
                    <a:pt x="2121" y="5831"/>
                  </a:lnTo>
                  <a:lnTo>
                    <a:pt x="2212" y="5831"/>
                  </a:lnTo>
                  <a:cubicBezTo>
                    <a:pt x="2323" y="5831"/>
                    <a:pt x="2419" y="5753"/>
                    <a:pt x="2433" y="5642"/>
                  </a:cubicBezTo>
                  <a:cubicBezTo>
                    <a:pt x="2446" y="5513"/>
                    <a:pt x="2348" y="5402"/>
                    <a:pt x="2218" y="5402"/>
                  </a:cubicBezTo>
                  <a:lnTo>
                    <a:pt x="2121" y="5402"/>
                  </a:lnTo>
                  <a:lnTo>
                    <a:pt x="2121" y="4250"/>
                  </a:lnTo>
                  <a:lnTo>
                    <a:pt x="2212" y="4250"/>
                  </a:lnTo>
                  <a:cubicBezTo>
                    <a:pt x="2323" y="4250"/>
                    <a:pt x="2419" y="4172"/>
                    <a:pt x="2433" y="4069"/>
                  </a:cubicBezTo>
                  <a:cubicBezTo>
                    <a:pt x="2446" y="3931"/>
                    <a:pt x="2348" y="3821"/>
                    <a:pt x="2218" y="3821"/>
                  </a:cubicBezTo>
                  <a:lnTo>
                    <a:pt x="2121" y="3821"/>
                  </a:lnTo>
                  <a:lnTo>
                    <a:pt x="2121" y="2677"/>
                  </a:lnTo>
                  <a:lnTo>
                    <a:pt x="2212" y="2677"/>
                  </a:lnTo>
                  <a:cubicBezTo>
                    <a:pt x="2323" y="2677"/>
                    <a:pt x="2419" y="2598"/>
                    <a:pt x="2433" y="2488"/>
                  </a:cubicBezTo>
                  <a:cubicBezTo>
                    <a:pt x="2446" y="2358"/>
                    <a:pt x="2348" y="2247"/>
                    <a:pt x="2218" y="2247"/>
                  </a:cubicBezTo>
                  <a:lnTo>
                    <a:pt x="2121" y="2247"/>
                  </a:lnTo>
                  <a:lnTo>
                    <a:pt x="2121" y="705"/>
                  </a:lnTo>
                  <a:cubicBezTo>
                    <a:pt x="2121" y="320"/>
                    <a:pt x="1817" y="1"/>
                    <a:pt x="14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236;p54">
              <a:extLst>
                <a:ext uri="{FF2B5EF4-FFF2-40B4-BE49-F238E27FC236}">
                  <a16:creationId xmlns:a16="http://schemas.microsoft.com/office/drawing/2014/main" id="{36A654A3-994E-8524-16AB-83E08E8BC1D4}"/>
                </a:ext>
              </a:extLst>
            </p:cNvPr>
            <p:cNvSpPr/>
            <p:nvPr/>
          </p:nvSpPr>
          <p:spPr>
            <a:xfrm>
              <a:off x="8110796" y="1545242"/>
              <a:ext cx="110991" cy="319888"/>
            </a:xfrm>
            <a:custGeom>
              <a:avLst/>
              <a:gdLst/>
              <a:ahLst/>
              <a:cxnLst/>
              <a:rect l="l" t="t" r="r" b="b"/>
              <a:pathLst>
                <a:path w="4123" h="11884" extrusionOk="0">
                  <a:moveTo>
                    <a:pt x="3163" y="0"/>
                  </a:moveTo>
                  <a:cubicBezTo>
                    <a:pt x="3155" y="0"/>
                    <a:pt x="3148" y="1"/>
                    <a:pt x="3140" y="1"/>
                  </a:cubicBezTo>
                  <a:cubicBezTo>
                    <a:pt x="3030" y="14"/>
                    <a:pt x="2952" y="112"/>
                    <a:pt x="2952" y="223"/>
                  </a:cubicBezTo>
                  <a:lnTo>
                    <a:pt x="2952" y="7805"/>
                  </a:lnTo>
                  <a:cubicBezTo>
                    <a:pt x="2952" y="7871"/>
                    <a:pt x="2978" y="7929"/>
                    <a:pt x="3023" y="7968"/>
                  </a:cubicBezTo>
                  <a:cubicBezTo>
                    <a:pt x="3446" y="8346"/>
                    <a:pt x="3693" y="8892"/>
                    <a:pt x="3693" y="9457"/>
                  </a:cubicBezTo>
                  <a:cubicBezTo>
                    <a:pt x="3693" y="10557"/>
                    <a:pt x="2795" y="11455"/>
                    <a:pt x="1697" y="11455"/>
                  </a:cubicBezTo>
                  <a:cubicBezTo>
                    <a:pt x="1216" y="11455"/>
                    <a:pt x="748" y="11278"/>
                    <a:pt x="382" y="10960"/>
                  </a:cubicBezTo>
                  <a:cubicBezTo>
                    <a:pt x="341" y="10924"/>
                    <a:pt x="289" y="10906"/>
                    <a:pt x="238" y="10906"/>
                  </a:cubicBezTo>
                  <a:cubicBezTo>
                    <a:pt x="179" y="10906"/>
                    <a:pt x="120" y="10930"/>
                    <a:pt x="78" y="10979"/>
                  </a:cubicBezTo>
                  <a:cubicBezTo>
                    <a:pt x="0" y="11071"/>
                    <a:pt x="13" y="11200"/>
                    <a:pt x="97" y="11285"/>
                  </a:cubicBezTo>
                  <a:cubicBezTo>
                    <a:pt x="539" y="11669"/>
                    <a:pt x="1111" y="11884"/>
                    <a:pt x="1697" y="11884"/>
                  </a:cubicBezTo>
                  <a:cubicBezTo>
                    <a:pt x="3036" y="11884"/>
                    <a:pt x="4122" y="10798"/>
                    <a:pt x="4122" y="9457"/>
                  </a:cubicBezTo>
                  <a:cubicBezTo>
                    <a:pt x="4122" y="8801"/>
                    <a:pt x="3855" y="8169"/>
                    <a:pt x="3381" y="7715"/>
                  </a:cubicBezTo>
                  <a:lnTo>
                    <a:pt x="3381" y="217"/>
                  </a:lnTo>
                  <a:cubicBezTo>
                    <a:pt x="3381" y="93"/>
                    <a:pt x="3283" y="0"/>
                    <a:pt x="31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237;p54">
              <a:extLst>
                <a:ext uri="{FF2B5EF4-FFF2-40B4-BE49-F238E27FC236}">
                  <a16:creationId xmlns:a16="http://schemas.microsoft.com/office/drawing/2014/main" id="{897AA634-2CB8-0FF1-352B-00D3762127E0}"/>
                </a:ext>
              </a:extLst>
            </p:cNvPr>
            <p:cNvSpPr/>
            <p:nvPr/>
          </p:nvSpPr>
          <p:spPr>
            <a:xfrm>
              <a:off x="8091494" y="1469792"/>
              <a:ext cx="110318" cy="360129"/>
            </a:xfrm>
            <a:custGeom>
              <a:avLst/>
              <a:gdLst/>
              <a:ahLst/>
              <a:cxnLst/>
              <a:rect l="l" t="t" r="r" b="b"/>
              <a:pathLst>
                <a:path w="4098" h="13379" extrusionOk="0">
                  <a:moveTo>
                    <a:pt x="2424" y="1"/>
                  </a:moveTo>
                  <a:cubicBezTo>
                    <a:pt x="1497" y="1"/>
                    <a:pt x="742" y="750"/>
                    <a:pt x="742" y="1679"/>
                  </a:cubicBezTo>
                  <a:lnTo>
                    <a:pt x="742" y="10518"/>
                  </a:lnTo>
                  <a:cubicBezTo>
                    <a:pt x="268" y="10972"/>
                    <a:pt x="1" y="11604"/>
                    <a:pt x="1" y="12260"/>
                  </a:cubicBezTo>
                  <a:cubicBezTo>
                    <a:pt x="1" y="12605"/>
                    <a:pt x="72" y="12937"/>
                    <a:pt x="210" y="13249"/>
                  </a:cubicBezTo>
                  <a:cubicBezTo>
                    <a:pt x="249" y="13327"/>
                    <a:pt x="327" y="13379"/>
                    <a:pt x="411" y="13379"/>
                  </a:cubicBezTo>
                  <a:cubicBezTo>
                    <a:pt x="444" y="13379"/>
                    <a:pt x="483" y="13366"/>
                    <a:pt x="514" y="13346"/>
                  </a:cubicBezTo>
                  <a:cubicBezTo>
                    <a:pt x="612" y="13295"/>
                    <a:pt x="645" y="13165"/>
                    <a:pt x="600" y="13067"/>
                  </a:cubicBezTo>
                  <a:cubicBezTo>
                    <a:pt x="489" y="12814"/>
                    <a:pt x="430" y="12541"/>
                    <a:pt x="430" y="12260"/>
                  </a:cubicBezTo>
                  <a:cubicBezTo>
                    <a:pt x="430" y="11695"/>
                    <a:pt x="678" y="11149"/>
                    <a:pt x="1099" y="10771"/>
                  </a:cubicBezTo>
                  <a:cubicBezTo>
                    <a:pt x="1146" y="10732"/>
                    <a:pt x="1171" y="10674"/>
                    <a:pt x="1171" y="10608"/>
                  </a:cubicBezTo>
                  <a:lnTo>
                    <a:pt x="1171" y="1705"/>
                  </a:lnTo>
                  <a:cubicBezTo>
                    <a:pt x="1171" y="1000"/>
                    <a:pt x="1733" y="428"/>
                    <a:pt x="2424" y="428"/>
                  </a:cubicBezTo>
                  <a:cubicBezTo>
                    <a:pt x="2446" y="428"/>
                    <a:pt x="2469" y="429"/>
                    <a:pt x="2492" y="430"/>
                  </a:cubicBezTo>
                  <a:cubicBezTo>
                    <a:pt x="3149" y="469"/>
                    <a:pt x="3669" y="1016"/>
                    <a:pt x="3669" y="1679"/>
                  </a:cubicBezTo>
                  <a:lnTo>
                    <a:pt x="3669" y="2075"/>
                  </a:lnTo>
                  <a:cubicBezTo>
                    <a:pt x="3669" y="2186"/>
                    <a:pt x="3747" y="2285"/>
                    <a:pt x="3857" y="2297"/>
                  </a:cubicBezTo>
                  <a:cubicBezTo>
                    <a:pt x="3865" y="2298"/>
                    <a:pt x="3872" y="2298"/>
                    <a:pt x="3880" y="2298"/>
                  </a:cubicBezTo>
                  <a:cubicBezTo>
                    <a:pt x="4000" y="2298"/>
                    <a:pt x="4098" y="2205"/>
                    <a:pt x="4098" y="2083"/>
                  </a:cubicBezTo>
                  <a:lnTo>
                    <a:pt x="4098" y="1705"/>
                  </a:lnTo>
                  <a:cubicBezTo>
                    <a:pt x="4098" y="781"/>
                    <a:pt x="3370" y="15"/>
                    <a:pt x="2446" y="1"/>
                  </a:cubicBezTo>
                  <a:cubicBezTo>
                    <a:pt x="2439" y="1"/>
                    <a:pt x="2431" y="1"/>
                    <a:pt x="24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238;p54">
              <a:extLst>
                <a:ext uri="{FF2B5EF4-FFF2-40B4-BE49-F238E27FC236}">
                  <a16:creationId xmlns:a16="http://schemas.microsoft.com/office/drawing/2014/main" id="{5A7BC2A2-AB73-0958-D27F-9E5A75CDDEC0}"/>
                </a:ext>
              </a:extLst>
            </p:cNvPr>
            <p:cNvSpPr/>
            <p:nvPr/>
          </p:nvSpPr>
          <p:spPr>
            <a:xfrm>
              <a:off x="8246284" y="1581311"/>
              <a:ext cx="119794" cy="126620"/>
            </a:xfrm>
            <a:custGeom>
              <a:avLst/>
              <a:gdLst/>
              <a:ahLst/>
              <a:cxnLst/>
              <a:rect l="l" t="t" r="r" b="b"/>
              <a:pathLst>
                <a:path w="4450" h="4704" extrusionOk="0">
                  <a:moveTo>
                    <a:pt x="2348" y="430"/>
                  </a:moveTo>
                  <a:cubicBezTo>
                    <a:pt x="2973" y="430"/>
                    <a:pt x="3564" y="736"/>
                    <a:pt x="3922" y="1243"/>
                  </a:cubicBezTo>
                  <a:cubicBezTo>
                    <a:pt x="3954" y="1296"/>
                    <a:pt x="3967" y="1354"/>
                    <a:pt x="3961" y="1413"/>
                  </a:cubicBezTo>
                  <a:cubicBezTo>
                    <a:pt x="3948" y="1471"/>
                    <a:pt x="3915" y="1522"/>
                    <a:pt x="3870" y="1555"/>
                  </a:cubicBezTo>
                  <a:cubicBezTo>
                    <a:pt x="3830" y="1583"/>
                    <a:pt x="3783" y="1596"/>
                    <a:pt x="3738" y="1596"/>
                  </a:cubicBezTo>
                  <a:cubicBezTo>
                    <a:pt x="3665" y="1596"/>
                    <a:pt x="3595" y="1563"/>
                    <a:pt x="3552" y="1504"/>
                  </a:cubicBezTo>
                  <a:cubicBezTo>
                    <a:pt x="3278" y="1113"/>
                    <a:pt x="2829" y="879"/>
                    <a:pt x="2348" y="879"/>
                  </a:cubicBezTo>
                  <a:cubicBezTo>
                    <a:pt x="1958" y="879"/>
                    <a:pt x="1593" y="1029"/>
                    <a:pt x="1313" y="1308"/>
                  </a:cubicBezTo>
                  <a:cubicBezTo>
                    <a:pt x="1034" y="1588"/>
                    <a:pt x="878" y="1959"/>
                    <a:pt x="878" y="2350"/>
                  </a:cubicBezTo>
                  <a:cubicBezTo>
                    <a:pt x="878" y="2740"/>
                    <a:pt x="1034" y="3110"/>
                    <a:pt x="1313" y="3389"/>
                  </a:cubicBezTo>
                  <a:cubicBezTo>
                    <a:pt x="1593" y="3668"/>
                    <a:pt x="1958" y="3818"/>
                    <a:pt x="2348" y="3818"/>
                  </a:cubicBezTo>
                  <a:cubicBezTo>
                    <a:pt x="2816" y="3818"/>
                    <a:pt x="3252" y="3598"/>
                    <a:pt x="3531" y="3227"/>
                  </a:cubicBezTo>
                  <a:cubicBezTo>
                    <a:pt x="3574" y="3169"/>
                    <a:pt x="3643" y="3139"/>
                    <a:pt x="3711" y="3139"/>
                  </a:cubicBezTo>
                  <a:cubicBezTo>
                    <a:pt x="3758" y="3139"/>
                    <a:pt x="3804" y="3152"/>
                    <a:pt x="3844" y="3181"/>
                  </a:cubicBezTo>
                  <a:cubicBezTo>
                    <a:pt x="3942" y="3260"/>
                    <a:pt x="3967" y="3395"/>
                    <a:pt x="3889" y="3500"/>
                  </a:cubicBezTo>
                  <a:cubicBezTo>
                    <a:pt x="3531" y="3981"/>
                    <a:pt x="2952" y="4268"/>
                    <a:pt x="2348" y="4268"/>
                  </a:cubicBezTo>
                  <a:cubicBezTo>
                    <a:pt x="1295" y="4268"/>
                    <a:pt x="430" y="3409"/>
                    <a:pt x="430" y="2350"/>
                  </a:cubicBezTo>
                  <a:cubicBezTo>
                    <a:pt x="430" y="1288"/>
                    <a:pt x="1295" y="430"/>
                    <a:pt x="2348" y="430"/>
                  </a:cubicBezTo>
                  <a:close/>
                  <a:moveTo>
                    <a:pt x="2348" y="1"/>
                  </a:moveTo>
                  <a:cubicBezTo>
                    <a:pt x="1054" y="1"/>
                    <a:pt x="1" y="1054"/>
                    <a:pt x="1" y="2350"/>
                  </a:cubicBezTo>
                  <a:cubicBezTo>
                    <a:pt x="1" y="3643"/>
                    <a:pt x="1054" y="4703"/>
                    <a:pt x="2348" y="4703"/>
                  </a:cubicBezTo>
                  <a:cubicBezTo>
                    <a:pt x="3090" y="4703"/>
                    <a:pt x="3792" y="4346"/>
                    <a:pt x="4234" y="3754"/>
                  </a:cubicBezTo>
                  <a:cubicBezTo>
                    <a:pt x="4449" y="3467"/>
                    <a:pt x="4390" y="3052"/>
                    <a:pt x="4104" y="2837"/>
                  </a:cubicBezTo>
                  <a:cubicBezTo>
                    <a:pt x="3985" y="2750"/>
                    <a:pt x="3848" y="2708"/>
                    <a:pt x="3712" y="2708"/>
                  </a:cubicBezTo>
                  <a:cubicBezTo>
                    <a:pt x="3512" y="2708"/>
                    <a:pt x="3315" y="2799"/>
                    <a:pt x="3186" y="2974"/>
                  </a:cubicBezTo>
                  <a:cubicBezTo>
                    <a:pt x="2991" y="3233"/>
                    <a:pt x="2679" y="3389"/>
                    <a:pt x="2348" y="3389"/>
                  </a:cubicBezTo>
                  <a:cubicBezTo>
                    <a:pt x="2075" y="3389"/>
                    <a:pt x="1814" y="3278"/>
                    <a:pt x="1619" y="3083"/>
                  </a:cubicBezTo>
                  <a:cubicBezTo>
                    <a:pt x="1418" y="2882"/>
                    <a:pt x="1307" y="2623"/>
                    <a:pt x="1307" y="2350"/>
                  </a:cubicBezTo>
                  <a:cubicBezTo>
                    <a:pt x="1307" y="2076"/>
                    <a:pt x="1418" y="1816"/>
                    <a:pt x="1619" y="1614"/>
                  </a:cubicBezTo>
                  <a:cubicBezTo>
                    <a:pt x="1814" y="1419"/>
                    <a:pt x="2075" y="1308"/>
                    <a:pt x="2348" y="1308"/>
                  </a:cubicBezTo>
                  <a:cubicBezTo>
                    <a:pt x="2685" y="1308"/>
                    <a:pt x="3005" y="1471"/>
                    <a:pt x="3200" y="1750"/>
                  </a:cubicBezTo>
                  <a:cubicBezTo>
                    <a:pt x="3327" y="1930"/>
                    <a:pt x="3530" y="2026"/>
                    <a:pt x="3737" y="2026"/>
                  </a:cubicBezTo>
                  <a:cubicBezTo>
                    <a:pt x="3868" y="2026"/>
                    <a:pt x="4000" y="1987"/>
                    <a:pt x="4117" y="1906"/>
                  </a:cubicBezTo>
                  <a:cubicBezTo>
                    <a:pt x="4260" y="1810"/>
                    <a:pt x="4351" y="1660"/>
                    <a:pt x="4384" y="1483"/>
                  </a:cubicBezTo>
                  <a:cubicBezTo>
                    <a:pt x="4410" y="1315"/>
                    <a:pt x="4371" y="1140"/>
                    <a:pt x="4273" y="996"/>
                  </a:cubicBezTo>
                  <a:cubicBezTo>
                    <a:pt x="3831" y="372"/>
                    <a:pt x="3115" y="1"/>
                    <a:pt x="23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239;p54">
              <a:extLst>
                <a:ext uri="{FF2B5EF4-FFF2-40B4-BE49-F238E27FC236}">
                  <a16:creationId xmlns:a16="http://schemas.microsoft.com/office/drawing/2014/main" id="{80E04F20-6641-172B-F551-5863FB725E7F}"/>
                </a:ext>
              </a:extLst>
            </p:cNvPr>
            <p:cNvSpPr/>
            <p:nvPr/>
          </p:nvSpPr>
          <p:spPr>
            <a:xfrm>
              <a:off x="8228947" y="1553506"/>
              <a:ext cx="42372" cy="42368"/>
            </a:xfrm>
            <a:custGeom>
              <a:avLst/>
              <a:gdLst/>
              <a:ahLst/>
              <a:cxnLst/>
              <a:rect l="l" t="t" r="r" b="b"/>
              <a:pathLst>
                <a:path w="1574" h="1574" extrusionOk="0">
                  <a:moveTo>
                    <a:pt x="787" y="429"/>
                  </a:moveTo>
                  <a:cubicBezTo>
                    <a:pt x="982" y="429"/>
                    <a:pt x="1144" y="592"/>
                    <a:pt x="1144" y="787"/>
                  </a:cubicBezTo>
                  <a:cubicBezTo>
                    <a:pt x="1144" y="988"/>
                    <a:pt x="982" y="1144"/>
                    <a:pt x="787" y="1144"/>
                  </a:cubicBezTo>
                  <a:cubicBezTo>
                    <a:pt x="592" y="1144"/>
                    <a:pt x="429" y="988"/>
                    <a:pt x="429" y="787"/>
                  </a:cubicBezTo>
                  <a:cubicBezTo>
                    <a:pt x="429" y="592"/>
                    <a:pt x="592" y="429"/>
                    <a:pt x="787" y="429"/>
                  </a:cubicBezTo>
                  <a:close/>
                  <a:moveTo>
                    <a:pt x="787" y="0"/>
                  </a:moveTo>
                  <a:cubicBezTo>
                    <a:pt x="351" y="0"/>
                    <a:pt x="0" y="351"/>
                    <a:pt x="0" y="787"/>
                  </a:cubicBezTo>
                  <a:cubicBezTo>
                    <a:pt x="0" y="1222"/>
                    <a:pt x="351" y="1574"/>
                    <a:pt x="787" y="1574"/>
                  </a:cubicBezTo>
                  <a:cubicBezTo>
                    <a:pt x="1222" y="1574"/>
                    <a:pt x="1573" y="1222"/>
                    <a:pt x="1573" y="787"/>
                  </a:cubicBezTo>
                  <a:cubicBezTo>
                    <a:pt x="1573" y="351"/>
                    <a:pt x="1222" y="0"/>
                    <a:pt x="7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240;p54">
              <a:extLst>
                <a:ext uri="{FF2B5EF4-FFF2-40B4-BE49-F238E27FC236}">
                  <a16:creationId xmlns:a16="http://schemas.microsoft.com/office/drawing/2014/main" id="{FACA33D2-1B6E-7E8F-CB52-C19520730640}"/>
                </a:ext>
              </a:extLst>
            </p:cNvPr>
            <p:cNvSpPr/>
            <p:nvPr/>
          </p:nvSpPr>
          <p:spPr>
            <a:xfrm>
              <a:off x="8245907" y="1717191"/>
              <a:ext cx="25251" cy="11575"/>
            </a:xfrm>
            <a:custGeom>
              <a:avLst/>
              <a:gdLst/>
              <a:ahLst/>
              <a:cxnLst/>
              <a:rect l="l" t="t" r="r" b="b"/>
              <a:pathLst>
                <a:path w="938" h="430" extrusionOk="0">
                  <a:moveTo>
                    <a:pt x="235" y="0"/>
                  </a:moveTo>
                  <a:cubicBezTo>
                    <a:pt x="124" y="0"/>
                    <a:pt x="27" y="78"/>
                    <a:pt x="15" y="189"/>
                  </a:cubicBezTo>
                  <a:cubicBezTo>
                    <a:pt x="1" y="319"/>
                    <a:pt x="99" y="429"/>
                    <a:pt x="229" y="429"/>
                  </a:cubicBezTo>
                  <a:lnTo>
                    <a:pt x="691" y="429"/>
                  </a:lnTo>
                  <a:cubicBezTo>
                    <a:pt x="795" y="429"/>
                    <a:pt x="886" y="364"/>
                    <a:pt x="904" y="267"/>
                  </a:cubicBezTo>
                  <a:cubicBezTo>
                    <a:pt x="937" y="124"/>
                    <a:pt x="834" y="0"/>
                    <a:pt x="6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241;p54">
              <a:extLst>
                <a:ext uri="{FF2B5EF4-FFF2-40B4-BE49-F238E27FC236}">
                  <a16:creationId xmlns:a16="http://schemas.microsoft.com/office/drawing/2014/main" id="{9425260A-23BC-7E4A-83EF-EB107A3E6B98}"/>
                </a:ext>
              </a:extLst>
            </p:cNvPr>
            <p:cNvSpPr/>
            <p:nvPr/>
          </p:nvSpPr>
          <p:spPr>
            <a:xfrm>
              <a:off x="8245907" y="1738025"/>
              <a:ext cx="73061" cy="11736"/>
            </a:xfrm>
            <a:custGeom>
              <a:avLst/>
              <a:gdLst/>
              <a:ahLst/>
              <a:cxnLst/>
              <a:rect l="l" t="t" r="r" b="b"/>
              <a:pathLst>
                <a:path w="2714" h="436" extrusionOk="0">
                  <a:moveTo>
                    <a:pt x="235" y="0"/>
                  </a:moveTo>
                  <a:cubicBezTo>
                    <a:pt x="124" y="0"/>
                    <a:pt x="27" y="85"/>
                    <a:pt x="15" y="188"/>
                  </a:cubicBezTo>
                  <a:cubicBezTo>
                    <a:pt x="1" y="319"/>
                    <a:pt x="99" y="436"/>
                    <a:pt x="229" y="436"/>
                  </a:cubicBezTo>
                  <a:lnTo>
                    <a:pt x="2473" y="436"/>
                  </a:lnTo>
                  <a:cubicBezTo>
                    <a:pt x="2570" y="436"/>
                    <a:pt x="2668" y="364"/>
                    <a:pt x="2687" y="266"/>
                  </a:cubicBezTo>
                  <a:cubicBezTo>
                    <a:pt x="2713" y="124"/>
                    <a:pt x="2609" y="0"/>
                    <a:pt x="24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242;p54">
              <a:extLst>
                <a:ext uri="{FF2B5EF4-FFF2-40B4-BE49-F238E27FC236}">
                  <a16:creationId xmlns:a16="http://schemas.microsoft.com/office/drawing/2014/main" id="{E2376275-09C2-9D90-2FBC-40DDE7916CD8}"/>
                </a:ext>
              </a:extLst>
            </p:cNvPr>
            <p:cNvSpPr/>
            <p:nvPr/>
          </p:nvSpPr>
          <p:spPr>
            <a:xfrm>
              <a:off x="8245907" y="1754283"/>
              <a:ext cx="73061" cy="11575"/>
            </a:xfrm>
            <a:custGeom>
              <a:avLst/>
              <a:gdLst/>
              <a:ahLst/>
              <a:cxnLst/>
              <a:rect l="l" t="t" r="r" b="b"/>
              <a:pathLst>
                <a:path w="2714" h="430" extrusionOk="0">
                  <a:moveTo>
                    <a:pt x="235" y="0"/>
                  </a:moveTo>
                  <a:cubicBezTo>
                    <a:pt x="124" y="0"/>
                    <a:pt x="27" y="78"/>
                    <a:pt x="15" y="189"/>
                  </a:cubicBezTo>
                  <a:cubicBezTo>
                    <a:pt x="1" y="319"/>
                    <a:pt x="99" y="430"/>
                    <a:pt x="229" y="430"/>
                  </a:cubicBezTo>
                  <a:lnTo>
                    <a:pt x="2473" y="430"/>
                  </a:lnTo>
                  <a:cubicBezTo>
                    <a:pt x="2570" y="430"/>
                    <a:pt x="2668" y="364"/>
                    <a:pt x="2687" y="261"/>
                  </a:cubicBezTo>
                  <a:cubicBezTo>
                    <a:pt x="2713" y="124"/>
                    <a:pt x="2609" y="0"/>
                    <a:pt x="24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243;p54">
              <a:extLst>
                <a:ext uri="{FF2B5EF4-FFF2-40B4-BE49-F238E27FC236}">
                  <a16:creationId xmlns:a16="http://schemas.microsoft.com/office/drawing/2014/main" id="{9340828F-8084-803E-A084-AA357A46416C}"/>
                </a:ext>
              </a:extLst>
            </p:cNvPr>
            <p:cNvSpPr/>
            <p:nvPr/>
          </p:nvSpPr>
          <p:spPr>
            <a:xfrm>
              <a:off x="8262059" y="1782143"/>
              <a:ext cx="34834" cy="56365"/>
            </a:xfrm>
            <a:custGeom>
              <a:avLst/>
              <a:gdLst/>
              <a:ahLst/>
              <a:cxnLst/>
              <a:rect l="l" t="t" r="r" b="b"/>
              <a:pathLst>
                <a:path w="1294" h="2094" extrusionOk="0">
                  <a:moveTo>
                    <a:pt x="773" y="430"/>
                  </a:moveTo>
                  <a:cubicBezTo>
                    <a:pt x="819" y="430"/>
                    <a:pt x="865" y="469"/>
                    <a:pt x="865" y="520"/>
                  </a:cubicBezTo>
                  <a:lnTo>
                    <a:pt x="865" y="1574"/>
                  </a:lnTo>
                  <a:cubicBezTo>
                    <a:pt x="865" y="1619"/>
                    <a:pt x="819" y="1664"/>
                    <a:pt x="773" y="1664"/>
                  </a:cubicBezTo>
                  <a:lnTo>
                    <a:pt x="520" y="1664"/>
                  </a:lnTo>
                  <a:cubicBezTo>
                    <a:pt x="475" y="1664"/>
                    <a:pt x="429" y="1619"/>
                    <a:pt x="429" y="1574"/>
                  </a:cubicBezTo>
                  <a:lnTo>
                    <a:pt x="429" y="520"/>
                  </a:lnTo>
                  <a:cubicBezTo>
                    <a:pt x="429" y="469"/>
                    <a:pt x="475" y="430"/>
                    <a:pt x="520" y="430"/>
                  </a:cubicBezTo>
                  <a:close/>
                  <a:moveTo>
                    <a:pt x="520" y="0"/>
                  </a:moveTo>
                  <a:cubicBezTo>
                    <a:pt x="234" y="0"/>
                    <a:pt x="0" y="234"/>
                    <a:pt x="0" y="520"/>
                  </a:cubicBezTo>
                  <a:lnTo>
                    <a:pt x="0" y="1574"/>
                  </a:lnTo>
                  <a:cubicBezTo>
                    <a:pt x="0" y="1859"/>
                    <a:pt x="234" y="2093"/>
                    <a:pt x="520" y="2093"/>
                  </a:cubicBezTo>
                  <a:lnTo>
                    <a:pt x="773" y="2093"/>
                  </a:lnTo>
                  <a:cubicBezTo>
                    <a:pt x="1060" y="2093"/>
                    <a:pt x="1294" y="1859"/>
                    <a:pt x="1294" y="1574"/>
                  </a:cubicBezTo>
                  <a:lnTo>
                    <a:pt x="1294" y="520"/>
                  </a:lnTo>
                  <a:cubicBezTo>
                    <a:pt x="1294" y="234"/>
                    <a:pt x="1060" y="0"/>
                    <a:pt x="7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244;p54">
              <a:extLst>
                <a:ext uri="{FF2B5EF4-FFF2-40B4-BE49-F238E27FC236}">
                  <a16:creationId xmlns:a16="http://schemas.microsoft.com/office/drawing/2014/main" id="{57006248-6E8F-C939-2850-A6914C10446B}"/>
                </a:ext>
              </a:extLst>
            </p:cNvPr>
            <p:cNvSpPr/>
            <p:nvPr/>
          </p:nvSpPr>
          <p:spPr>
            <a:xfrm>
              <a:off x="8245234" y="1781255"/>
              <a:ext cx="13864" cy="11736"/>
            </a:xfrm>
            <a:custGeom>
              <a:avLst/>
              <a:gdLst/>
              <a:ahLst/>
              <a:cxnLst/>
              <a:rect l="l" t="t" r="r" b="b"/>
              <a:pathLst>
                <a:path w="515" h="436" extrusionOk="0">
                  <a:moveTo>
                    <a:pt x="254" y="0"/>
                  </a:moveTo>
                  <a:cubicBezTo>
                    <a:pt x="163" y="0"/>
                    <a:pt x="79" y="58"/>
                    <a:pt x="46" y="150"/>
                  </a:cubicBezTo>
                  <a:cubicBezTo>
                    <a:pt x="1" y="292"/>
                    <a:pt x="110" y="430"/>
                    <a:pt x="254" y="436"/>
                  </a:cubicBezTo>
                  <a:cubicBezTo>
                    <a:pt x="403" y="436"/>
                    <a:pt x="514" y="286"/>
                    <a:pt x="455" y="130"/>
                  </a:cubicBezTo>
                  <a:cubicBezTo>
                    <a:pt x="422" y="52"/>
                    <a:pt x="344" y="0"/>
                    <a:pt x="2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0" name="Google Shape;700;p33">
            <a:extLst>
              <a:ext uri="{FF2B5EF4-FFF2-40B4-BE49-F238E27FC236}">
                <a16:creationId xmlns:a16="http://schemas.microsoft.com/office/drawing/2014/main" id="{C2D0D6D2-DBE4-8FE4-5A4F-24807EF792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/>
              <a:t>OUTLINE</a:t>
            </a:r>
            <a:endParaRPr dirty="0"/>
          </a:p>
        </p:txBody>
      </p:sp>
      <p:sp>
        <p:nvSpPr>
          <p:cNvPr id="702" name="Google Shape;702;p33">
            <a:extLst>
              <a:ext uri="{FF2B5EF4-FFF2-40B4-BE49-F238E27FC236}">
                <a16:creationId xmlns:a16="http://schemas.microsoft.com/office/drawing/2014/main" id="{38C28ECB-B6CB-A0E4-10D1-7E8EF4555C21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032259" y="2593085"/>
            <a:ext cx="1081210" cy="35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zh-TW" altLang="en-US" sz="1600" dirty="0"/>
              <a:t>專題介紹</a:t>
            </a:r>
            <a:endParaRPr sz="1600" dirty="0"/>
          </a:p>
        </p:txBody>
      </p:sp>
      <p:sp>
        <p:nvSpPr>
          <p:cNvPr id="704" name="Google Shape;704;p33">
            <a:extLst>
              <a:ext uri="{FF2B5EF4-FFF2-40B4-BE49-F238E27FC236}">
                <a16:creationId xmlns:a16="http://schemas.microsoft.com/office/drawing/2014/main" id="{746A5821-9344-E04D-7F41-EE5E2F1CD731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2487261" y="2593085"/>
            <a:ext cx="1263065" cy="35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/>
            <a:r>
              <a:rPr lang="zh-TW" altLang="en-US" sz="1600" dirty="0"/>
              <a:t>實驗</a:t>
            </a:r>
            <a:r>
              <a:rPr lang="en-US" altLang="zh-TW" sz="1600" dirty="0"/>
              <a:t>&amp;</a:t>
            </a:r>
            <a:r>
              <a:rPr lang="zh-TW" altLang="zh-TW" sz="1600" dirty="0"/>
              <a:t>改進</a:t>
            </a:r>
            <a:endParaRPr sz="1600" dirty="0"/>
          </a:p>
        </p:txBody>
      </p:sp>
      <p:sp>
        <p:nvSpPr>
          <p:cNvPr id="710" name="Google Shape;710;p33">
            <a:extLst>
              <a:ext uri="{FF2B5EF4-FFF2-40B4-BE49-F238E27FC236}">
                <a16:creationId xmlns:a16="http://schemas.microsoft.com/office/drawing/2014/main" id="{FB67A1AE-DF77-5E66-0E83-10C162664DD8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6116533" y="2593085"/>
            <a:ext cx="1980300" cy="35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/>
            <a:r>
              <a:rPr lang="zh-TW" altLang="en-US" sz="1600" dirty="0"/>
              <a:t>結論與心得</a:t>
            </a:r>
            <a:endParaRPr sz="1600" dirty="0"/>
          </a:p>
        </p:txBody>
      </p:sp>
      <p:grpSp>
        <p:nvGrpSpPr>
          <p:cNvPr id="653" name="Google Shape;1245;p54">
            <a:extLst>
              <a:ext uri="{FF2B5EF4-FFF2-40B4-BE49-F238E27FC236}">
                <a16:creationId xmlns:a16="http://schemas.microsoft.com/office/drawing/2014/main" id="{64D6FC52-F231-F574-5636-BC09BA226ACD}"/>
              </a:ext>
            </a:extLst>
          </p:cNvPr>
          <p:cNvGrpSpPr/>
          <p:nvPr/>
        </p:nvGrpSpPr>
        <p:grpSpPr>
          <a:xfrm>
            <a:off x="6868064" y="2070294"/>
            <a:ext cx="396209" cy="324679"/>
            <a:chOff x="8017464" y="3915274"/>
            <a:chExt cx="396209" cy="324679"/>
          </a:xfrm>
        </p:grpSpPr>
        <p:sp>
          <p:nvSpPr>
            <p:cNvPr id="654" name="Google Shape;1246;p54">
              <a:extLst>
                <a:ext uri="{FF2B5EF4-FFF2-40B4-BE49-F238E27FC236}">
                  <a16:creationId xmlns:a16="http://schemas.microsoft.com/office/drawing/2014/main" id="{8E3E8BD3-D7D0-030C-C1B7-6D87D38004C4}"/>
                </a:ext>
              </a:extLst>
            </p:cNvPr>
            <p:cNvSpPr/>
            <p:nvPr/>
          </p:nvSpPr>
          <p:spPr>
            <a:xfrm>
              <a:off x="8157502" y="3915274"/>
              <a:ext cx="11576" cy="30740"/>
            </a:xfrm>
            <a:custGeom>
              <a:avLst/>
              <a:gdLst/>
              <a:ahLst/>
              <a:cxnLst/>
              <a:rect l="l" t="t" r="r" b="b"/>
              <a:pathLst>
                <a:path w="430" h="1142" extrusionOk="0">
                  <a:moveTo>
                    <a:pt x="223" y="0"/>
                  </a:moveTo>
                  <a:cubicBezTo>
                    <a:pt x="99" y="0"/>
                    <a:pt x="1" y="96"/>
                    <a:pt x="1" y="212"/>
                  </a:cubicBezTo>
                  <a:lnTo>
                    <a:pt x="1" y="927"/>
                  </a:lnTo>
                  <a:cubicBezTo>
                    <a:pt x="1" y="1048"/>
                    <a:pt x="96" y="1142"/>
                    <a:pt x="216" y="1142"/>
                  </a:cubicBezTo>
                  <a:cubicBezTo>
                    <a:pt x="233" y="1142"/>
                    <a:pt x="250" y="1140"/>
                    <a:pt x="268" y="1136"/>
                  </a:cubicBezTo>
                  <a:cubicBezTo>
                    <a:pt x="364" y="1116"/>
                    <a:pt x="430" y="1025"/>
                    <a:pt x="430" y="921"/>
                  </a:cubicBezTo>
                  <a:lnTo>
                    <a:pt x="430" y="218"/>
                  </a:lnTo>
                  <a:cubicBezTo>
                    <a:pt x="430" y="122"/>
                    <a:pt x="364" y="23"/>
                    <a:pt x="268" y="4"/>
                  </a:cubicBezTo>
                  <a:cubicBezTo>
                    <a:pt x="252" y="2"/>
                    <a:pt x="237" y="0"/>
                    <a:pt x="2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1247;p54">
              <a:extLst>
                <a:ext uri="{FF2B5EF4-FFF2-40B4-BE49-F238E27FC236}">
                  <a16:creationId xmlns:a16="http://schemas.microsoft.com/office/drawing/2014/main" id="{324D0CA4-2B20-B423-5030-52EA19892D0D}"/>
                </a:ext>
              </a:extLst>
            </p:cNvPr>
            <p:cNvSpPr/>
            <p:nvPr/>
          </p:nvSpPr>
          <p:spPr>
            <a:xfrm>
              <a:off x="8086783" y="3933874"/>
              <a:ext cx="22963" cy="28263"/>
            </a:xfrm>
            <a:custGeom>
              <a:avLst/>
              <a:gdLst/>
              <a:ahLst/>
              <a:cxnLst/>
              <a:rect l="l" t="t" r="r" b="b"/>
              <a:pathLst>
                <a:path w="853" h="1050" extrusionOk="0">
                  <a:moveTo>
                    <a:pt x="249" y="0"/>
                  </a:moveTo>
                  <a:cubicBezTo>
                    <a:pt x="213" y="0"/>
                    <a:pt x="177" y="9"/>
                    <a:pt x="143" y="28"/>
                  </a:cubicBezTo>
                  <a:cubicBezTo>
                    <a:pt x="40" y="86"/>
                    <a:pt x="1" y="223"/>
                    <a:pt x="65" y="320"/>
                  </a:cubicBezTo>
                  <a:lnTo>
                    <a:pt x="416" y="938"/>
                  </a:lnTo>
                  <a:cubicBezTo>
                    <a:pt x="455" y="1010"/>
                    <a:pt x="533" y="1049"/>
                    <a:pt x="605" y="1049"/>
                  </a:cubicBezTo>
                  <a:cubicBezTo>
                    <a:pt x="644" y="1049"/>
                    <a:pt x="677" y="1037"/>
                    <a:pt x="709" y="1016"/>
                  </a:cubicBezTo>
                  <a:cubicBezTo>
                    <a:pt x="814" y="959"/>
                    <a:pt x="853" y="827"/>
                    <a:pt x="794" y="724"/>
                  </a:cubicBezTo>
                  <a:lnTo>
                    <a:pt x="436" y="106"/>
                  </a:lnTo>
                  <a:cubicBezTo>
                    <a:pt x="396" y="40"/>
                    <a:pt x="324" y="0"/>
                    <a:pt x="2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1248;p54">
              <a:extLst>
                <a:ext uri="{FF2B5EF4-FFF2-40B4-BE49-F238E27FC236}">
                  <a16:creationId xmlns:a16="http://schemas.microsoft.com/office/drawing/2014/main" id="{9A6E3EA2-58F0-D932-2174-F5BAA0DCB797}"/>
                </a:ext>
              </a:extLst>
            </p:cNvPr>
            <p:cNvSpPr/>
            <p:nvPr/>
          </p:nvSpPr>
          <p:spPr>
            <a:xfrm>
              <a:off x="8035985" y="3984775"/>
              <a:ext cx="29827" cy="21130"/>
            </a:xfrm>
            <a:custGeom>
              <a:avLst/>
              <a:gdLst/>
              <a:ahLst/>
              <a:cxnLst/>
              <a:rect l="l" t="t" r="r" b="b"/>
              <a:pathLst>
                <a:path w="1108" h="785" extrusionOk="0">
                  <a:moveTo>
                    <a:pt x="244" y="1"/>
                  </a:moveTo>
                  <a:cubicBezTo>
                    <a:pt x="170" y="1"/>
                    <a:pt x="99" y="38"/>
                    <a:pt x="60" y="107"/>
                  </a:cubicBezTo>
                  <a:cubicBezTo>
                    <a:pt x="1" y="212"/>
                    <a:pt x="34" y="341"/>
                    <a:pt x="138" y="401"/>
                  </a:cubicBezTo>
                  <a:lnTo>
                    <a:pt x="756" y="758"/>
                  </a:lnTo>
                  <a:cubicBezTo>
                    <a:pt x="789" y="778"/>
                    <a:pt x="828" y="785"/>
                    <a:pt x="859" y="785"/>
                  </a:cubicBezTo>
                  <a:cubicBezTo>
                    <a:pt x="937" y="785"/>
                    <a:pt x="1009" y="752"/>
                    <a:pt x="1048" y="680"/>
                  </a:cubicBezTo>
                  <a:cubicBezTo>
                    <a:pt x="1107" y="575"/>
                    <a:pt x="1075" y="446"/>
                    <a:pt x="970" y="388"/>
                  </a:cubicBezTo>
                  <a:lnTo>
                    <a:pt x="352" y="29"/>
                  </a:lnTo>
                  <a:cubicBezTo>
                    <a:pt x="318" y="10"/>
                    <a:pt x="281" y="1"/>
                    <a:pt x="2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1249;p54">
              <a:extLst>
                <a:ext uri="{FF2B5EF4-FFF2-40B4-BE49-F238E27FC236}">
                  <a16:creationId xmlns:a16="http://schemas.microsoft.com/office/drawing/2014/main" id="{BA2D52F8-40DC-8E67-F2B9-9574E1EF4849}"/>
                </a:ext>
              </a:extLst>
            </p:cNvPr>
            <p:cNvSpPr/>
            <p:nvPr/>
          </p:nvSpPr>
          <p:spPr>
            <a:xfrm>
              <a:off x="8017464" y="4054707"/>
              <a:ext cx="32035" cy="11575"/>
            </a:xfrm>
            <a:custGeom>
              <a:avLst/>
              <a:gdLst/>
              <a:ahLst/>
              <a:cxnLst/>
              <a:rect l="l" t="t" r="r" b="b"/>
              <a:pathLst>
                <a:path w="1190" h="430" extrusionOk="0">
                  <a:moveTo>
                    <a:pt x="247" y="0"/>
                  </a:moveTo>
                  <a:cubicBezTo>
                    <a:pt x="142" y="0"/>
                    <a:pt x="52" y="66"/>
                    <a:pt x="33" y="163"/>
                  </a:cubicBezTo>
                  <a:cubicBezTo>
                    <a:pt x="0" y="306"/>
                    <a:pt x="103" y="429"/>
                    <a:pt x="241" y="429"/>
                  </a:cubicBezTo>
                  <a:lnTo>
                    <a:pt x="949" y="429"/>
                  </a:lnTo>
                  <a:cubicBezTo>
                    <a:pt x="1087" y="429"/>
                    <a:pt x="1190" y="306"/>
                    <a:pt x="1165" y="163"/>
                  </a:cubicBezTo>
                  <a:cubicBezTo>
                    <a:pt x="1138" y="66"/>
                    <a:pt x="1048" y="0"/>
                    <a:pt x="9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1250;p54">
              <a:extLst>
                <a:ext uri="{FF2B5EF4-FFF2-40B4-BE49-F238E27FC236}">
                  <a16:creationId xmlns:a16="http://schemas.microsoft.com/office/drawing/2014/main" id="{E2008459-D8BB-7D1A-8070-7779C04FC3E2}"/>
                </a:ext>
              </a:extLst>
            </p:cNvPr>
            <p:cNvSpPr/>
            <p:nvPr/>
          </p:nvSpPr>
          <p:spPr>
            <a:xfrm>
              <a:off x="8260282" y="3984775"/>
              <a:ext cx="29774" cy="21130"/>
            </a:xfrm>
            <a:custGeom>
              <a:avLst/>
              <a:gdLst/>
              <a:ahLst/>
              <a:cxnLst/>
              <a:rect l="l" t="t" r="r" b="b"/>
              <a:pathLst>
                <a:path w="1106" h="785" extrusionOk="0">
                  <a:moveTo>
                    <a:pt x="863" y="1"/>
                  </a:moveTo>
                  <a:cubicBezTo>
                    <a:pt x="826" y="1"/>
                    <a:pt x="789" y="10"/>
                    <a:pt x="754" y="29"/>
                  </a:cubicBezTo>
                  <a:lnTo>
                    <a:pt x="136" y="388"/>
                  </a:lnTo>
                  <a:cubicBezTo>
                    <a:pt x="33" y="446"/>
                    <a:pt x="0" y="575"/>
                    <a:pt x="58" y="680"/>
                  </a:cubicBezTo>
                  <a:cubicBezTo>
                    <a:pt x="97" y="752"/>
                    <a:pt x="169" y="785"/>
                    <a:pt x="247" y="785"/>
                  </a:cubicBezTo>
                  <a:cubicBezTo>
                    <a:pt x="280" y="785"/>
                    <a:pt x="319" y="778"/>
                    <a:pt x="352" y="758"/>
                  </a:cubicBezTo>
                  <a:lnTo>
                    <a:pt x="970" y="401"/>
                  </a:lnTo>
                  <a:cubicBezTo>
                    <a:pt x="1073" y="341"/>
                    <a:pt x="1106" y="212"/>
                    <a:pt x="1048" y="107"/>
                  </a:cubicBezTo>
                  <a:cubicBezTo>
                    <a:pt x="1008" y="38"/>
                    <a:pt x="937" y="1"/>
                    <a:pt x="8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1251;p54">
              <a:extLst>
                <a:ext uri="{FF2B5EF4-FFF2-40B4-BE49-F238E27FC236}">
                  <a16:creationId xmlns:a16="http://schemas.microsoft.com/office/drawing/2014/main" id="{FA1FD8FF-2510-53F6-B3F3-A9F20A6320B5}"/>
                </a:ext>
              </a:extLst>
            </p:cNvPr>
            <p:cNvSpPr/>
            <p:nvPr/>
          </p:nvSpPr>
          <p:spPr>
            <a:xfrm>
              <a:off x="8035985" y="4114329"/>
              <a:ext cx="29827" cy="21103"/>
            </a:xfrm>
            <a:custGeom>
              <a:avLst/>
              <a:gdLst/>
              <a:ahLst/>
              <a:cxnLst/>
              <a:rect l="l" t="t" r="r" b="b"/>
              <a:pathLst>
                <a:path w="1108" h="784" extrusionOk="0">
                  <a:moveTo>
                    <a:pt x="865" y="0"/>
                  </a:moveTo>
                  <a:cubicBezTo>
                    <a:pt x="828" y="0"/>
                    <a:pt x="791" y="10"/>
                    <a:pt x="756" y="30"/>
                  </a:cubicBezTo>
                  <a:lnTo>
                    <a:pt x="138" y="381"/>
                  </a:lnTo>
                  <a:cubicBezTo>
                    <a:pt x="34" y="439"/>
                    <a:pt x="1" y="576"/>
                    <a:pt x="60" y="679"/>
                  </a:cubicBezTo>
                  <a:cubicBezTo>
                    <a:pt x="99" y="745"/>
                    <a:pt x="171" y="784"/>
                    <a:pt x="249" y="784"/>
                  </a:cubicBezTo>
                  <a:cubicBezTo>
                    <a:pt x="282" y="784"/>
                    <a:pt x="321" y="777"/>
                    <a:pt x="352" y="757"/>
                  </a:cubicBezTo>
                  <a:lnTo>
                    <a:pt x="970" y="400"/>
                  </a:lnTo>
                  <a:cubicBezTo>
                    <a:pt x="1075" y="342"/>
                    <a:pt x="1107" y="211"/>
                    <a:pt x="1048" y="108"/>
                  </a:cubicBezTo>
                  <a:cubicBezTo>
                    <a:pt x="1010" y="38"/>
                    <a:pt x="939" y="0"/>
                    <a:pt x="8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1252;p54">
              <a:extLst>
                <a:ext uri="{FF2B5EF4-FFF2-40B4-BE49-F238E27FC236}">
                  <a16:creationId xmlns:a16="http://schemas.microsoft.com/office/drawing/2014/main" id="{27A42D13-F878-0D7F-49C7-FD8BA3B410A0}"/>
                </a:ext>
              </a:extLst>
            </p:cNvPr>
            <p:cNvSpPr/>
            <p:nvPr/>
          </p:nvSpPr>
          <p:spPr>
            <a:xfrm>
              <a:off x="8216322" y="3933874"/>
              <a:ext cx="22801" cy="28263"/>
            </a:xfrm>
            <a:custGeom>
              <a:avLst/>
              <a:gdLst/>
              <a:ahLst/>
              <a:cxnLst/>
              <a:rect l="l" t="t" r="r" b="b"/>
              <a:pathLst>
                <a:path w="847" h="1050" extrusionOk="0">
                  <a:moveTo>
                    <a:pt x="605" y="0"/>
                  </a:moveTo>
                  <a:cubicBezTo>
                    <a:pt x="530" y="0"/>
                    <a:pt x="457" y="40"/>
                    <a:pt x="418" y="106"/>
                  </a:cubicBezTo>
                  <a:lnTo>
                    <a:pt x="60" y="724"/>
                  </a:lnTo>
                  <a:cubicBezTo>
                    <a:pt x="1" y="827"/>
                    <a:pt x="40" y="959"/>
                    <a:pt x="138" y="1016"/>
                  </a:cubicBezTo>
                  <a:cubicBezTo>
                    <a:pt x="177" y="1037"/>
                    <a:pt x="208" y="1049"/>
                    <a:pt x="247" y="1049"/>
                  </a:cubicBezTo>
                  <a:cubicBezTo>
                    <a:pt x="319" y="1049"/>
                    <a:pt x="391" y="1010"/>
                    <a:pt x="436" y="938"/>
                  </a:cubicBezTo>
                  <a:lnTo>
                    <a:pt x="788" y="320"/>
                  </a:lnTo>
                  <a:cubicBezTo>
                    <a:pt x="847" y="223"/>
                    <a:pt x="814" y="86"/>
                    <a:pt x="709" y="28"/>
                  </a:cubicBezTo>
                  <a:cubicBezTo>
                    <a:pt x="676" y="9"/>
                    <a:pt x="640" y="0"/>
                    <a:pt x="6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1253;p54">
              <a:extLst>
                <a:ext uri="{FF2B5EF4-FFF2-40B4-BE49-F238E27FC236}">
                  <a16:creationId xmlns:a16="http://schemas.microsoft.com/office/drawing/2014/main" id="{91DD6212-29AC-B445-F76E-F7E999CD0DE8}"/>
                </a:ext>
              </a:extLst>
            </p:cNvPr>
            <p:cNvSpPr/>
            <p:nvPr/>
          </p:nvSpPr>
          <p:spPr>
            <a:xfrm>
              <a:off x="8051410" y="3965421"/>
              <a:ext cx="362262" cy="274532"/>
            </a:xfrm>
            <a:custGeom>
              <a:avLst/>
              <a:gdLst/>
              <a:ahLst/>
              <a:cxnLst/>
              <a:rect l="l" t="t" r="r" b="b"/>
              <a:pathLst>
                <a:path w="13457" h="10199" extrusionOk="0">
                  <a:moveTo>
                    <a:pt x="4143" y="0"/>
                  </a:moveTo>
                  <a:cubicBezTo>
                    <a:pt x="2206" y="0"/>
                    <a:pt x="625" y="1582"/>
                    <a:pt x="625" y="3519"/>
                  </a:cubicBezTo>
                  <a:cubicBezTo>
                    <a:pt x="625" y="4463"/>
                    <a:pt x="1009" y="5367"/>
                    <a:pt x="1678" y="6030"/>
                  </a:cubicBezTo>
                  <a:cubicBezTo>
                    <a:pt x="1504" y="6336"/>
                    <a:pt x="1387" y="6687"/>
                    <a:pt x="1334" y="7051"/>
                  </a:cubicBezTo>
                  <a:cubicBezTo>
                    <a:pt x="573" y="7168"/>
                    <a:pt x="1" y="7825"/>
                    <a:pt x="1" y="8612"/>
                  </a:cubicBezTo>
                  <a:cubicBezTo>
                    <a:pt x="1" y="9482"/>
                    <a:pt x="1582" y="10199"/>
                    <a:pt x="1582" y="10199"/>
                  </a:cubicBezTo>
                  <a:lnTo>
                    <a:pt x="8936" y="10199"/>
                  </a:lnTo>
                  <a:cubicBezTo>
                    <a:pt x="9027" y="10199"/>
                    <a:pt x="9113" y="10152"/>
                    <a:pt x="9144" y="10068"/>
                  </a:cubicBezTo>
                  <a:cubicBezTo>
                    <a:pt x="9210" y="9899"/>
                    <a:pt x="9092" y="9743"/>
                    <a:pt x="8936" y="9743"/>
                  </a:cubicBezTo>
                  <a:lnTo>
                    <a:pt x="7700" y="9743"/>
                  </a:lnTo>
                  <a:cubicBezTo>
                    <a:pt x="7700" y="9743"/>
                    <a:pt x="8429" y="8852"/>
                    <a:pt x="8429" y="8240"/>
                  </a:cubicBezTo>
                  <a:cubicBezTo>
                    <a:pt x="8429" y="7897"/>
                    <a:pt x="8339" y="7564"/>
                    <a:pt x="8168" y="7265"/>
                  </a:cubicBezTo>
                  <a:cubicBezTo>
                    <a:pt x="8130" y="7196"/>
                    <a:pt x="8056" y="7158"/>
                    <a:pt x="7980" y="7158"/>
                  </a:cubicBezTo>
                  <a:cubicBezTo>
                    <a:pt x="7942" y="7158"/>
                    <a:pt x="7904" y="7167"/>
                    <a:pt x="7870" y="7187"/>
                  </a:cubicBezTo>
                  <a:cubicBezTo>
                    <a:pt x="7772" y="7246"/>
                    <a:pt x="7733" y="7375"/>
                    <a:pt x="7792" y="7480"/>
                  </a:cubicBezTo>
                  <a:cubicBezTo>
                    <a:pt x="7928" y="7714"/>
                    <a:pt x="8000" y="7975"/>
                    <a:pt x="8000" y="8240"/>
                  </a:cubicBezTo>
                  <a:cubicBezTo>
                    <a:pt x="8000" y="9069"/>
                    <a:pt x="7336" y="9744"/>
                    <a:pt x="6512" y="9744"/>
                  </a:cubicBezTo>
                  <a:cubicBezTo>
                    <a:pt x="6501" y="9744"/>
                    <a:pt x="6489" y="9743"/>
                    <a:pt x="6478" y="9743"/>
                  </a:cubicBezTo>
                  <a:lnTo>
                    <a:pt x="1582" y="9743"/>
                  </a:lnTo>
                  <a:cubicBezTo>
                    <a:pt x="1571" y="9743"/>
                    <a:pt x="1560" y="9744"/>
                    <a:pt x="1549" y="9744"/>
                  </a:cubicBezTo>
                  <a:cubicBezTo>
                    <a:pt x="932" y="9744"/>
                    <a:pt x="436" y="9231"/>
                    <a:pt x="436" y="8612"/>
                  </a:cubicBezTo>
                  <a:cubicBezTo>
                    <a:pt x="436" y="7993"/>
                    <a:pt x="918" y="7486"/>
                    <a:pt x="1543" y="7467"/>
                  </a:cubicBezTo>
                  <a:cubicBezTo>
                    <a:pt x="1652" y="7460"/>
                    <a:pt x="1744" y="7375"/>
                    <a:pt x="1750" y="7265"/>
                  </a:cubicBezTo>
                  <a:cubicBezTo>
                    <a:pt x="1822" y="6024"/>
                    <a:pt x="2855" y="5054"/>
                    <a:pt x="4098" y="5054"/>
                  </a:cubicBezTo>
                  <a:cubicBezTo>
                    <a:pt x="5073" y="5054"/>
                    <a:pt x="5958" y="5672"/>
                    <a:pt x="6295" y="6582"/>
                  </a:cubicBezTo>
                  <a:cubicBezTo>
                    <a:pt x="6328" y="6667"/>
                    <a:pt x="6406" y="6718"/>
                    <a:pt x="6498" y="6726"/>
                  </a:cubicBezTo>
                  <a:cubicBezTo>
                    <a:pt x="6745" y="6726"/>
                    <a:pt x="6992" y="6790"/>
                    <a:pt x="7207" y="6907"/>
                  </a:cubicBezTo>
                  <a:cubicBezTo>
                    <a:pt x="7240" y="6926"/>
                    <a:pt x="7275" y="6935"/>
                    <a:pt x="7311" y="6935"/>
                  </a:cubicBezTo>
                  <a:cubicBezTo>
                    <a:pt x="7386" y="6935"/>
                    <a:pt x="7459" y="6894"/>
                    <a:pt x="7499" y="6823"/>
                  </a:cubicBezTo>
                  <a:cubicBezTo>
                    <a:pt x="7558" y="6718"/>
                    <a:pt x="7519" y="6589"/>
                    <a:pt x="7415" y="6531"/>
                  </a:cubicBezTo>
                  <a:cubicBezTo>
                    <a:pt x="7180" y="6400"/>
                    <a:pt x="6914" y="6322"/>
                    <a:pt x="6647" y="6303"/>
                  </a:cubicBezTo>
                  <a:cubicBezTo>
                    <a:pt x="6316" y="5535"/>
                    <a:pt x="5652" y="4962"/>
                    <a:pt x="4872" y="4736"/>
                  </a:cubicBezTo>
                  <a:cubicBezTo>
                    <a:pt x="5139" y="4254"/>
                    <a:pt x="5523" y="3845"/>
                    <a:pt x="5991" y="3545"/>
                  </a:cubicBezTo>
                  <a:cubicBezTo>
                    <a:pt x="6537" y="3194"/>
                    <a:pt x="7168" y="3011"/>
                    <a:pt x="7817" y="3011"/>
                  </a:cubicBezTo>
                  <a:cubicBezTo>
                    <a:pt x="9600" y="3011"/>
                    <a:pt x="11076" y="4404"/>
                    <a:pt x="11187" y="6180"/>
                  </a:cubicBezTo>
                  <a:cubicBezTo>
                    <a:pt x="11193" y="6289"/>
                    <a:pt x="11284" y="6375"/>
                    <a:pt x="11395" y="6381"/>
                  </a:cubicBezTo>
                  <a:cubicBezTo>
                    <a:pt x="12305" y="6414"/>
                    <a:pt x="13027" y="7155"/>
                    <a:pt x="13027" y="8071"/>
                  </a:cubicBezTo>
                  <a:cubicBezTo>
                    <a:pt x="13027" y="9002"/>
                    <a:pt x="11337" y="9770"/>
                    <a:pt x="11337" y="9770"/>
                  </a:cubicBezTo>
                  <a:lnTo>
                    <a:pt x="9879" y="9770"/>
                  </a:lnTo>
                  <a:cubicBezTo>
                    <a:pt x="9768" y="9770"/>
                    <a:pt x="9672" y="9854"/>
                    <a:pt x="9672" y="9965"/>
                  </a:cubicBezTo>
                  <a:cubicBezTo>
                    <a:pt x="9665" y="10082"/>
                    <a:pt x="9756" y="10172"/>
                    <a:pt x="9873" y="10172"/>
                  </a:cubicBezTo>
                  <a:lnTo>
                    <a:pt x="11337" y="10172"/>
                  </a:lnTo>
                  <a:cubicBezTo>
                    <a:pt x="11337" y="10172"/>
                    <a:pt x="13457" y="9236"/>
                    <a:pt x="13457" y="8071"/>
                  </a:cubicBezTo>
                  <a:cubicBezTo>
                    <a:pt x="13457" y="7513"/>
                    <a:pt x="13241" y="6991"/>
                    <a:pt x="12859" y="6595"/>
                  </a:cubicBezTo>
                  <a:cubicBezTo>
                    <a:pt x="12520" y="6244"/>
                    <a:pt x="12078" y="6024"/>
                    <a:pt x="11596" y="5964"/>
                  </a:cubicBezTo>
                  <a:cubicBezTo>
                    <a:pt x="11388" y="4052"/>
                    <a:pt x="9762" y="2576"/>
                    <a:pt x="7817" y="2576"/>
                  </a:cubicBezTo>
                  <a:cubicBezTo>
                    <a:pt x="7720" y="2576"/>
                    <a:pt x="7630" y="2582"/>
                    <a:pt x="7538" y="2590"/>
                  </a:cubicBezTo>
                  <a:cubicBezTo>
                    <a:pt x="7415" y="2128"/>
                    <a:pt x="7193" y="1692"/>
                    <a:pt x="6895" y="1321"/>
                  </a:cubicBezTo>
                  <a:cubicBezTo>
                    <a:pt x="6853" y="1269"/>
                    <a:pt x="6790" y="1240"/>
                    <a:pt x="6725" y="1240"/>
                  </a:cubicBezTo>
                  <a:cubicBezTo>
                    <a:pt x="6678" y="1240"/>
                    <a:pt x="6630" y="1255"/>
                    <a:pt x="6589" y="1288"/>
                  </a:cubicBezTo>
                  <a:cubicBezTo>
                    <a:pt x="6498" y="1360"/>
                    <a:pt x="6484" y="1497"/>
                    <a:pt x="6556" y="1588"/>
                  </a:cubicBezTo>
                  <a:cubicBezTo>
                    <a:pt x="6811" y="1900"/>
                    <a:pt x="6998" y="2264"/>
                    <a:pt x="7109" y="2648"/>
                  </a:cubicBezTo>
                  <a:cubicBezTo>
                    <a:pt x="6628" y="2732"/>
                    <a:pt x="6172" y="2915"/>
                    <a:pt x="5757" y="3181"/>
                  </a:cubicBezTo>
                  <a:cubicBezTo>
                    <a:pt x="5190" y="3545"/>
                    <a:pt x="4735" y="4052"/>
                    <a:pt x="4430" y="4644"/>
                  </a:cubicBezTo>
                  <a:cubicBezTo>
                    <a:pt x="4319" y="4631"/>
                    <a:pt x="4209" y="4625"/>
                    <a:pt x="4098" y="4625"/>
                  </a:cubicBezTo>
                  <a:cubicBezTo>
                    <a:pt x="3227" y="4625"/>
                    <a:pt x="2440" y="5028"/>
                    <a:pt x="1925" y="5665"/>
                  </a:cubicBezTo>
                  <a:cubicBezTo>
                    <a:pt x="1366" y="5087"/>
                    <a:pt x="1060" y="4332"/>
                    <a:pt x="1060" y="3519"/>
                  </a:cubicBezTo>
                  <a:cubicBezTo>
                    <a:pt x="1060" y="1816"/>
                    <a:pt x="2446" y="430"/>
                    <a:pt x="4143" y="430"/>
                  </a:cubicBezTo>
                  <a:cubicBezTo>
                    <a:pt x="4788" y="430"/>
                    <a:pt x="5398" y="625"/>
                    <a:pt x="5919" y="990"/>
                  </a:cubicBezTo>
                  <a:cubicBezTo>
                    <a:pt x="5957" y="1017"/>
                    <a:pt x="6000" y="1030"/>
                    <a:pt x="6043" y="1030"/>
                  </a:cubicBezTo>
                  <a:cubicBezTo>
                    <a:pt x="6111" y="1030"/>
                    <a:pt x="6178" y="997"/>
                    <a:pt x="6217" y="937"/>
                  </a:cubicBezTo>
                  <a:cubicBezTo>
                    <a:pt x="6289" y="840"/>
                    <a:pt x="6264" y="703"/>
                    <a:pt x="6166" y="639"/>
                  </a:cubicBezTo>
                  <a:cubicBezTo>
                    <a:pt x="5574" y="222"/>
                    <a:pt x="4872" y="0"/>
                    <a:pt x="41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1254;p54">
              <a:extLst>
                <a:ext uri="{FF2B5EF4-FFF2-40B4-BE49-F238E27FC236}">
                  <a16:creationId xmlns:a16="http://schemas.microsoft.com/office/drawing/2014/main" id="{2EDD53FD-0B88-C8F2-0540-DC0917A6C48F}"/>
                </a:ext>
              </a:extLst>
            </p:cNvPr>
            <p:cNvSpPr/>
            <p:nvPr/>
          </p:nvSpPr>
          <p:spPr>
            <a:xfrm>
              <a:off x="8322252" y="4102566"/>
              <a:ext cx="16852" cy="23418"/>
            </a:xfrm>
            <a:custGeom>
              <a:avLst/>
              <a:gdLst/>
              <a:ahLst/>
              <a:cxnLst/>
              <a:rect l="l" t="t" r="r" b="b"/>
              <a:pathLst>
                <a:path w="626" h="870" extrusionOk="0">
                  <a:moveTo>
                    <a:pt x="240" y="1"/>
                  </a:moveTo>
                  <a:cubicBezTo>
                    <a:pt x="212" y="1"/>
                    <a:pt x="184" y="6"/>
                    <a:pt x="157" y="17"/>
                  </a:cubicBezTo>
                  <a:cubicBezTo>
                    <a:pt x="46" y="62"/>
                    <a:pt x="1" y="194"/>
                    <a:pt x="46" y="304"/>
                  </a:cubicBezTo>
                  <a:cubicBezTo>
                    <a:pt x="97" y="434"/>
                    <a:pt x="144" y="563"/>
                    <a:pt x="176" y="707"/>
                  </a:cubicBezTo>
                  <a:cubicBezTo>
                    <a:pt x="202" y="804"/>
                    <a:pt x="293" y="869"/>
                    <a:pt x="391" y="869"/>
                  </a:cubicBezTo>
                  <a:cubicBezTo>
                    <a:pt x="403" y="869"/>
                    <a:pt x="424" y="869"/>
                    <a:pt x="436" y="863"/>
                  </a:cubicBezTo>
                  <a:cubicBezTo>
                    <a:pt x="553" y="837"/>
                    <a:pt x="625" y="720"/>
                    <a:pt x="599" y="602"/>
                  </a:cubicBezTo>
                  <a:cubicBezTo>
                    <a:pt x="560" y="440"/>
                    <a:pt x="508" y="284"/>
                    <a:pt x="442" y="128"/>
                  </a:cubicBezTo>
                  <a:cubicBezTo>
                    <a:pt x="404" y="49"/>
                    <a:pt x="324" y="1"/>
                    <a:pt x="2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1255;p54">
              <a:extLst>
                <a:ext uri="{FF2B5EF4-FFF2-40B4-BE49-F238E27FC236}">
                  <a16:creationId xmlns:a16="http://schemas.microsoft.com/office/drawing/2014/main" id="{660BDBF4-F4EF-ECFC-1BFD-BEE79F8E84C3}"/>
                </a:ext>
              </a:extLst>
            </p:cNvPr>
            <p:cNvSpPr/>
            <p:nvPr/>
          </p:nvSpPr>
          <p:spPr>
            <a:xfrm>
              <a:off x="8256083" y="4058556"/>
              <a:ext cx="64823" cy="34158"/>
            </a:xfrm>
            <a:custGeom>
              <a:avLst/>
              <a:gdLst/>
              <a:ahLst/>
              <a:cxnLst/>
              <a:rect l="l" t="t" r="r" b="b"/>
              <a:pathLst>
                <a:path w="2408" h="1269" extrusionOk="0">
                  <a:moveTo>
                    <a:pt x="214" y="1"/>
                  </a:moveTo>
                  <a:cubicBezTo>
                    <a:pt x="91" y="1"/>
                    <a:pt x="0" y="98"/>
                    <a:pt x="0" y="215"/>
                  </a:cubicBezTo>
                  <a:cubicBezTo>
                    <a:pt x="0" y="332"/>
                    <a:pt x="91" y="430"/>
                    <a:pt x="214" y="430"/>
                  </a:cubicBezTo>
                  <a:cubicBezTo>
                    <a:pt x="898" y="430"/>
                    <a:pt x="1535" y="703"/>
                    <a:pt x="2009" y="1198"/>
                  </a:cubicBezTo>
                  <a:cubicBezTo>
                    <a:pt x="2056" y="1243"/>
                    <a:pt x="2114" y="1268"/>
                    <a:pt x="2165" y="1268"/>
                  </a:cubicBezTo>
                  <a:cubicBezTo>
                    <a:pt x="2225" y="1268"/>
                    <a:pt x="2276" y="1243"/>
                    <a:pt x="2315" y="1204"/>
                  </a:cubicBezTo>
                  <a:cubicBezTo>
                    <a:pt x="2399" y="1126"/>
                    <a:pt x="2407" y="989"/>
                    <a:pt x="2321" y="905"/>
                  </a:cubicBezTo>
                  <a:cubicBezTo>
                    <a:pt x="1763" y="319"/>
                    <a:pt x="1015" y="1"/>
                    <a:pt x="2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3" name="Google Shape;704;p33">
            <a:extLst>
              <a:ext uri="{FF2B5EF4-FFF2-40B4-BE49-F238E27FC236}">
                <a16:creationId xmlns:a16="http://schemas.microsoft.com/office/drawing/2014/main" id="{F2379845-74D7-23DA-2405-C82B989BB06C}"/>
              </a:ext>
            </a:extLst>
          </p:cNvPr>
          <p:cNvSpPr txBox="1">
            <a:spLocks/>
          </p:cNvSpPr>
          <p:nvPr/>
        </p:nvSpPr>
        <p:spPr>
          <a:xfrm>
            <a:off x="4173910" y="2596402"/>
            <a:ext cx="19803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Bebas Neue"/>
              <a:buNone/>
              <a:defRPr sz="2300" b="0" i="0" u="none" strike="noStrike" cap="none">
                <a:solidFill>
                  <a:schemeClr val="accent3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lvl="0" indent="0" algn="ctr"/>
            <a:r>
              <a:rPr lang="en-US" altLang="zh-TW" sz="1600" dirty="0"/>
              <a:t>DEMO </a:t>
            </a:r>
            <a:r>
              <a:rPr lang="zh-TW" altLang="en-US" sz="1600" dirty="0"/>
              <a:t>演示流程</a:t>
            </a:r>
          </a:p>
        </p:txBody>
      </p:sp>
      <p:grpSp>
        <p:nvGrpSpPr>
          <p:cNvPr id="684" name="Google Shape;774;p33">
            <a:extLst>
              <a:ext uri="{FF2B5EF4-FFF2-40B4-BE49-F238E27FC236}">
                <a16:creationId xmlns:a16="http://schemas.microsoft.com/office/drawing/2014/main" id="{03942D61-DF0A-1988-6B8C-3ABC83612077}"/>
              </a:ext>
            </a:extLst>
          </p:cNvPr>
          <p:cNvGrpSpPr/>
          <p:nvPr/>
        </p:nvGrpSpPr>
        <p:grpSpPr>
          <a:xfrm>
            <a:off x="4958735" y="2100549"/>
            <a:ext cx="396747" cy="379806"/>
            <a:chOff x="1543931" y="1459402"/>
            <a:chExt cx="396747" cy="379806"/>
          </a:xfrm>
        </p:grpSpPr>
        <p:sp>
          <p:nvSpPr>
            <p:cNvPr id="685" name="Google Shape;775;p33">
              <a:extLst>
                <a:ext uri="{FF2B5EF4-FFF2-40B4-BE49-F238E27FC236}">
                  <a16:creationId xmlns:a16="http://schemas.microsoft.com/office/drawing/2014/main" id="{DC666911-CE41-F467-DFDF-5F00396F22CC}"/>
                </a:ext>
              </a:extLst>
            </p:cNvPr>
            <p:cNvSpPr/>
            <p:nvPr/>
          </p:nvSpPr>
          <p:spPr>
            <a:xfrm>
              <a:off x="1543931" y="1459402"/>
              <a:ext cx="396747" cy="379806"/>
            </a:xfrm>
            <a:custGeom>
              <a:avLst/>
              <a:gdLst/>
              <a:ahLst/>
              <a:cxnLst/>
              <a:rect l="l" t="t" r="r" b="b"/>
              <a:pathLst>
                <a:path w="14738" h="14110" extrusionOk="0">
                  <a:moveTo>
                    <a:pt x="4488" y="3022"/>
                  </a:moveTo>
                  <a:cubicBezTo>
                    <a:pt x="5561" y="3022"/>
                    <a:pt x="6543" y="3704"/>
                    <a:pt x="6919" y="4712"/>
                  </a:cubicBezTo>
                  <a:cubicBezTo>
                    <a:pt x="6952" y="4790"/>
                    <a:pt x="7030" y="4849"/>
                    <a:pt x="7114" y="4849"/>
                  </a:cubicBezTo>
                  <a:cubicBezTo>
                    <a:pt x="8402" y="4862"/>
                    <a:pt x="9353" y="6345"/>
                    <a:pt x="8383" y="7678"/>
                  </a:cubicBezTo>
                  <a:cubicBezTo>
                    <a:pt x="8137" y="8016"/>
                    <a:pt x="7747" y="8218"/>
                    <a:pt x="7330" y="8218"/>
                  </a:cubicBezTo>
                  <a:lnTo>
                    <a:pt x="1542" y="8218"/>
                  </a:lnTo>
                  <a:cubicBezTo>
                    <a:pt x="1243" y="8218"/>
                    <a:pt x="871" y="8010"/>
                    <a:pt x="709" y="7756"/>
                  </a:cubicBezTo>
                  <a:cubicBezTo>
                    <a:pt x="66" y="6747"/>
                    <a:pt x="735" y="5694"/>
                    <a:pt x="1691" y="5661"/>
                  </a:cubicBezTo>
                  <a:cubicBezTo>
                    <a:pt x="1801" y="5661"/>
                    <a:pt x="1886" y="5571"/>
                    <a:pt x="1893" y="5460"/>
                  </a:cubicBezTo>
                  <a:cubicBezTo>
                    <a:pt x="1978" y="4094"/>
                    <a:pt x="3116" y="3022"/>
                    <a:pt x="4488" y="3022"/>
                  </a:cubicBezTo>
                  <a:close/>
                  <a:moveTo>
                    <a:pt x="4930" y="1"/>
                  </a:moveTo>
                  <a:cubicBezTo>
                    <a:pt x="4848" y="1"/>
                    <a:pt x="4765" y="4"/>
                    <a:pt x="4683" y="11"/>
                  </a:cubicBezTo>
                  <a:cubicBezTo>
                    <a:pt x="4124" y="56"/>
                    <a:pt x="3590" y="258"/>
                    <a:pt x="3134" y="588"/>
                  </a:cubicBezTo>
                  <a:cubicBezTo>
                    <a:pt x="3044" y="660"/>
                    <a:pt x="3025" y="791"/>
                    <a:pt x="3089" y="888"/>
                  </a:cubicBezTo>
                  <a:cubicBezTo>
                    <a:pt x="3132" y="946"/>
                    <a:pt x="3197" y="977"/>
                    <a:pt x="3264" y="977"/>
                  </a:cubicBezTo>
                  <a:cubicBezTo>
                    <a:pt x="3310" y="977"/>
                    <a:pt x="3356" y="963"/>
                    <a:pt x="3395" y="933"/>
                  </a:cubicBezTo>
                  <a:cubicBezTo>
                    <a:pt x="3779" y="648"/>
                    <a:pt x="4241" y="479"/>
                    <a:pt x="4722" y="440"/>
                  </a:cubicBezTo>
                  <a:cubicBezTo>
                    <a:pt x="4794" y="434"/>
                    <a:pt x="4866" y="431"/>
                    <a:pt x="4938" y="431"/>
                  </a:cubicBezTo>
                  <a:cubicBezTo>
                    <a:pt x="5483" y="431"/>
                    <a:pt x="6016" y="606"/>
                    <a:pt x="6459" y="927"/>
                  </a:cubicBezTo>
                  <a:cubicBezTo>
                    <a:pt x="6406" y="954"/>
                    <a:pt x="6361" y="979"/>
                    <a:pt x="6315" y="1011"/>
                  </a:cubicBezTo>
                  <a:cubicBezTo>
                    <a:pt x="5697" y="1408"/>
                    <a:pt x="5196" y="1962"/>
                    <a:pt x="4865" y="2617"/>
                  </a:cubicBezTo>
                  <a:cubicBezTo>
                    <a:pt x="4742" y="2605"/>
                    <a:pt x="4611" y="2593"/>
                    <a:pt x="4488" y="2593"/>
                  </a:cubicBezTo>
                  <a:cubicBezTo>
                    <a:pt x="3668" y="2593"/>
                    <a:pt x="2920" y="2923"/>
                    <a:pt x="2374" y="3457"/>
                  </a:cubicBezTo>
                  <a:cubicBezTo>
                    <a:pt x="2362" y="3379"/>
                    <a:pt x="2354" y="3307"/>
                    <a:pt x="2348" y="3236"/>
                  </a:cubicBezTo>
                  <a:cubicBezTo>
                    <a:pt x="2296" y="2644"/>
                    <a:pt x="2458" y="2046"/>
                    <a:pt x="2791" y="1558"/>
                  </a:cubicBezTo>
                  <a:cubicBezTo>
                    <a:pt x="2861" y="1461"/>
                    <a:pt x="2836" y="1324"/>
                    <a:pt x="2738" y="1260"/>
                  </a:cubicBezTo>
                  <a:cubicBezTo>
                    <a:pt x="2700" y="1232"/>
                    <a:pt x="2656" y="1218"/>
                    <a:pt x="2613" y="1218"/>
                  </a:cubicBezTo>
                  <a:cubicBezTo>
                    <a:pt x="2545" y="1218"/>
                    <a:pt x="2479" y="1251"/>
                    <a:pt x="2440" y="1311"/>
                  </a:cubicBezTo>
                  <a:cubicBezTo>
                    <a:pt x="2050" y="1884"/>
                    <a:pt x="1861" y="2578"/>
                    <a:pt x="1918" y="3268"/>
                  </a:cubicBezTo>
                  <a:cubicBezTo>
                    <a:pt x="1932" y="3470"/>
                    <a:pt x="1971" y="3665"/>
                    <a:pt x="2023" y="3860"/>
                  </a:cubicBezTo>
                  <a:cubicBezTo>
                    <a:pt x="1737" y="4256"/>
                    <a:pt x="1548" y="4732"/>
                    <a:pt x="1483" y="5252"/>
                  </a:cubicBezTo>
                  <a:cubicBezTo>
                    <a:pt x="631" y="5375"/>
                    <a:pt x="0" y="6111"/>
                    <a:pt x="27" y="6996"/>
                  </a:cubicBezTo>
                  <a:cubicBezTo>
                    <a:pt x="52" y="7906"/>
                    <a:pt x="846" y="8647"/>
                    <a:pt x="1756" y="8647"/>
                  </a:cubicBezTo>
                  <a:lnTo>
                    <a:pt x="5249" y="8647"/>
                  </a:lnTo>
                  <a:lnTo>
                    <a:pt x="4007" y="9889"/>
                  </a:lnTo>
                  <a:cubicBezTo>
                    <a:pt x="3851" y="10045"/>
                    <a:pt x="3805" y="10273"/>
                    <a:pt x="3890" y="10468"/>
                  </a:cubicBezTo>
                  <a:cubicBezTo>
                    <a:pt x="3974" y="10670"/>
                    <a:pt x="4163" y="10799"/>
                    <a:pt x="4383" y="10799"/>
                  </a:cubicBezTo>
                  <a:lnTo>
                    <a:pt x="5703" y="10799"/>
                  </a:lnTo>
                  <a:lnTo>
                    <a:pt x="3298" y="13206"/>
                  </a:lnTo>
                  <a:cubicBezTo>
                    <a:pt x="3103" y="13401"/>
                    <a:pt x="3089" y="13699"/>
                    <a:pt x="3265" y="13915"/>
                  </a:cubicBezTo>
                  <a:cubicBezTo>
                    <a:pt x="3368" y="14044"/>
                    <a:pt x="3518" y="14110"/>
                    <a:pt x="3674" y="14110"/>
                  </a:cubicBezTo>
                  <a:cubicBezTo>
                    <a:pt x="3773" y="14110"/>
                    <a:pt x="3876" y="14077"/>
                    <a:pt x="3968" y="14019"/>
                  </a:cubicBezTo>
                  <a:lnTo>
                    <a:pt x="7075" y="11937"/>
                  </a:lnTo>
                  <a:cubicBezTo>
                    <a:pt x="7180" y="11873"/>
                    <a:pt x="7207" y="11736"/>
                    <a:pt x="7135" y="11639"/>
                  </a:cubicBezTo>
                  <a:cubicBezTo>
                    <a:pt x="7093" y="11577"/>
                    <a:pt x="7027" y="11544"/>
                    <a:pt x="6959" y="11544"/>
                  </a:cubicBezTo>
                  <a:cubicBezTo>
                    <a:pt x="6919" y="11544"/>
                    <a:pt x="6878" y="11555"/>
                    <a:pt x="6841" y="11580"/>
                  </a:cubicBezTo>
                  <a:lnTo>
                    <a:pt x="3727" y="13660"/>
                  </a:lnTo>
                  <a:cubicBezTo>
                    <a:pt x="3706" y="13675"/>
                    <a:pt x="3686" y="13680"/>
                    <a:pt x="3669" y="13680"/>
                  </a:cubicBezTo>
                  <a:cubicBezTo>
                    <a:pt x="3638" y="13680"/>
                    <a:pt x="3613" y="13663"/>
                    <a:pt x="3596" y="13642"/>
                  </a:cubicBezTo>
                  <a:cubicBezTo>
                    <a:pt x="3571" y="13609"/>
                    <a:pt x="3551" y="13564"/>
                    <a:pt x="3603" y="13504"/>
                  </a:cubicBezTo>
                  <a:lnTo>
                    <a:pt x="6373" y="10742"/>
                  </a:lnTo>
                  <a:cubicBezTo>
                    <a:pt x="6420" y="10695"/>
                    <a:pt x="6445" y="10631"/>
                    <a:pt x="6439" y="10571"/>
                  </a:cubicBezTo>
                  <a:cubicBezTo>
                    <a:pt x="6432" y="10448"/>
                    <a:pt x="6334" y="10370"/>
                    <a:pt x="6225" y="10370"/>
                  </a:cubicBezTo>
                  <a:lnTo>
                    <a:pt x="4377" y="10370"/>
                  </a:lnTo>
                  <a:cubicBezTo>
                    <a:pt x="4319" y="10370"/>
                    <a:pt x="4292" y="10325"/>
                    <a:pt x="4286" y="10305"/>
                  </a:cubicBezTo>
                  <a:cubicBezTo>
                    <a:pt x="4280" y="10286"/>
                    <a:pt x="4266" y="10241"/>
                    <a:pt x="4305" y="10202"/>
                  </a:cubicBezTo>
                  <a:lnTo>
                    <a:pt x="5860" y="8647"/>
                  </a:lnTo>
                  <a:lnTo>
                    <a:pt x="7895" y="8647"/>
                  </a:lnTo>
                  <a:lnTo>
                    <a:pt x="7207" y="9337"/>
                  </a:lnTo>
                  <a:cubicBezTo>
                    <a:pt x="7161" y="9382"/>
                    <a:pt x="7135" y="9440"/>
                    <a:pt x="7141" y="9505"/>
                  </a:cubicBezTo>
                  <a:cubicBezTo>
                    <a:pt x="7147" y="9622"/>
                    <a:pt x="7246" y="9707"/>
                    <a:pt x="7356" y="9707"/>
                  </a:cubicBezTo>
                  <a:lnTo>
                    <a:pt x="9307" y="9707"/>
                  </a:lnTo>
                  <a:cubicBezTo>
                    <a:pt x="9371" y="9707"/>
                    <a:pt x="9392" y="9752"/>
                    <a:pt x="9398" y="9779"/>
                  </a:cubicBezTo>
                  <a:cubicBezTo>
                    <a:pt x="9404" y="9805"/>
                    <a:pt x="9410" y="9857"/>
                    <a:pt x="9359" y="9889"/>
                  </a:cubicBezTo>
                  <a:lnTo>
                    <a:pt x="7636" y="11046"/>
                  </a:lnTo>
                  <a:cubicBezTo>
                    <a:pt x="7531" y="11112"/>
                    <a:pt x="7505" y="11241"/>
                    <a:pt x="7576" y="11346"/>
                  </a:cubicBezTo>
                  <a:cubicBezTo>
                    <a:pt x="7615" y="11405"/>
                    <a:pt x="7681" y="11436"/>
                    <a:pt x="7753" y="11436"/>
                  </a:cubicBezTo>
                  <a:cubicBezTo>
                    <a:pt x="7792" y="11436"/>
                    <a:pt x="7837" y="11430"/>
                    <a:pt x="7870" y="11405"/>
                  </a:cubicBezTo>
                  <a:lnTo>
                    <a:pt x="9599" y="10247"/>
                  </a:lnTo>
                  <a:cubicBezTo>
                    <a:pt x="9794" y="10117"/>
                    <a:pt x="9879" y="9883"/>
                    <a:pt x="9815" y="9655"/>
                  </a:cubicBezTo>
                  <a:cubicBezTo>
                    <a:pt x="9743" y="9427"/>
                    <a:pt x="9542" y="9278"/>
                    <a:pt x="9307" y="9278"/>
                  </a:cubicBezTo>
                  <a:lnTo>
                    <a:pt x="7876" y="9278"/>
                  </a:lnTo>
                  <a:lnTo>
                    <a:pt x="8507" y="8647"/>
                  </a:lnTo>
                  <a:lnTo>
                    <a:pt x="12382" y="8647"/>
                  </a:lnTo>
                  <a:cubicBezTo>
                    <a:pt x="13625" y="8647"/>
                    <a:pt x="14666" y="7678"/>
                    <a:pt x="14711" y="6435"/>
                  </a:cubicBezTo>
                  <a:cubicBezTo>
                    <a:pt x="14738" y="5798"/>
                    <a:pt x="14503" y="5193"/>
                    <a:pt x="14068" y="4745"/>
                  </a:cubicBezTo>
                  <a:cubicBezTo>
                    <a:pt x="13696" y="4361"/>
                    <a:pt x="13209" y="4121"/>
                    <a:pt x="12682" y="4055"/>
                  </a:cubicBezTo>
                  <a:cubicBezTo>
                    <a:pt x="12630" y="3509"/>
                    <a:pt x="12460" y="2989"/>
                    <a:pt x="12201" y="2508"/>
                  </a:cubicBezTo>
                  <a:cubicBezTo>
                    <a:pt x="12161" y="2437"/>
                    <a:pt x="12087" y="2396"/>
                    <a:pt x="12011" y="2396"/>
                  </a:cubicBezTo>
                  <a:cubicBezTo>
                    <a:pt x="11976" y="2396"/>
                    <a:pt x="11941" y="2404"/>
                    <a:pt x="11908" y="2422"/>
                  </a:cubicBezTo>
                  <a:cubicBezTo>
                    <a:pt x="11805" y="2482"/>
                    <a:pt x="11766" y="2611"/>
                    <a:pt x="11823" y="2716"/>
                  </a:cubicBezTo>
                  <a:cubicBezTo>
                    <a:pt x="12084" y="3197"/>
                    <a:pt x="12240" y="3724"/>
                    <a:pt x="12273" y="4270"/>
                  </a:cubicBezTo>
                  <a:cubicBezTo>
                    <a:pt x="12279" y="4381"/>
                    <a:pt x="12370" y="4472"/>
                    <a:pt x="12481" y="4472"/>
                  </a:cubicBezTo>
                  <a:cubicBezTo>
                    <a:pt x="12961" y="4490"/>
                    <a:pt x="13417" y="4693"/>
                    <a:pt x="13756" y="5045"/>
                  </a:cubicBezTo>
                  <a:cubicBezTo>
                    <a:pt x="14107" y="5408"/>
                    <a:pt x="14294" y="5889"/>
                    <a:pt x="14282" y="6396"/>
                  </a:cubicBezTo>
                  <a:cubicBezTo>
                    <a:pt x="14255" y="7398"/>
                    <a:pt x="13384" y="8218"/>
                    <a:pt x="12382" y="8218"/>
                  </a:cubicBezTo>
                  <a:lnTo>
                    <a:pt x="8377" y="8218"/>
                  </a:lnTo>
                  <a:cubicBezTo>
                    <a:pt x="8884" y="7828"/>
                    <a:pt x="9209" y="7216"/>
                    <a:pt x="9209" y="6534"/>
                  </a:cubicBezTo>
                  <a:cubicBezTo>
                    <a:pt x="9209" y="5973"/>
                    <a:pt x="8995" y="5447"/>
                    <a:pt x="8597" y="5045"/>
                  </a:cubicBezTo>
                  <a:cubicBezTo>
                    <a:pt x="8240" y="4679"/>
                    <a:pt x="7772" y="4466"/>
                    <a:pt x="7271" y="4426"/>
                  </a:cubicBezTo>
                  <a:cubicBezTo>
                    <a:pt x="7050" y="3913"/>
                    <a:pt x="6693" y="3470"/>
                    <a:pt x="6231" y="3145"/>
                  </a:cubicBezTo>
                  <a:cubicBezTo>
                    <a:pt x="5944" y="2944"/>
                    <a:pt x="5632" y="2800"/>
                    <a:pt x="5307" y="2703"/>
                  </a:cubicBezTo>
                  <a:cubicBezTo>
                    <a:pt x="5600" y="2163"/>
                    <a:pt x="6030" y="1708"/>
                    <a:pt x="6549" y="1369"/>
                  </a:cubicBezTo>
                  <a:cubicBezTo>
                    <a:pt x="7147" y="986"/>
                    <a:pt x="7843" y="784"/>
                    <a:pt x="8558" y="784"/>
                  </a:cubicBezTo>
                  <a:cubicBezTo>
                    <a:pt x="9599" y="784"/>
                    <a:pt x="10595" y="1221"/>
                    <a:pt x="11297" y="1987"/>
                  </a:cubicBezTo>
                  <a:cubicBezTo>
                    <a:pt x="11342" y="2032"/>
                    <a:pt x="11401" y="2055"/>
                    <a:pt x="11459" y="2055"/>
                  </a:cubicBezTo>
                  <a:cubicBezTo>
                    <a:pt x="11520" y="2055"/>
                    <a:pt x="11579" y="2031"/>
                    <a:pt x="11622" y="1981"/>
                  </a:cubicBezTo>
                  <a:cubicBezTo>
                    <a:pt x="11694" y="1896"/>
                    <a:pt x="11688" y="1767"/>
                    <a:pt x="11610" y="1689"/>
                  </a:cubicBezTo>
                  <a:cubicBezTo>
                    <a:pt x="10829" y="837"/>
                    <a:pt x="9716" y="348"/>
                    <a:pt x="8558" y="348"/>
                  </a:cubicBezTo>
                  <a:cubicBezTo>
                    <a:pt x="7973" y="348"/>
                    <a:pt x="7402" y="471"/>
                    <a:pt x="6874" y="705"/>
                  </a:cubicBezTo>
                  <a:cubicBezTo>
                    <a:pt x="6333" y="251"/>
                    <a:pt x="5639" y="1"/>
                    <a:pt x="49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776;p33">
              <a:extLst>
                <a:ext uri="{FF2B5EF4-FFF2-40B4-BE49-F238E27FC236}">
                  <a16:creationId xmlns:a16="http://schemas.microsoft.com/office/drawing/2014/main" id="{4BF467AF-8C06-B3F8-3A83-3BDFA6695F25}"/>
                </a:ext>
              </a:extLst>
            </p:cNvPr>
            <p:cNvSpPr/>
            <p:nvPr/>
          </p:nvSpPr>
          <p:spPr>
            <a:xfrm>
              <a:off x="1841020" y="1543035"/>
              <a:ext cx="17336" cy="24468"/>
            </a:xfrm>
            <a:custGeom>
              <a:avLst/>
              <a:gdLst/>
              <a:ahLst/>
              <a:cxnLst/>
              <a:rect l="l" t="t" r="r" b="b"/>
              <a:pathLst>
                <a:path w="644" h="909" extrusionOk="0">
                  <a:moveTo>
                    <a:pt x="250" y="0"/>
                  </a:moveTo>
                  <a:cubicBezTo>
                    <a:pt x="221" y="0"/>
                    <a:pt x="192" y="6"/>
                    <a:pt x="163" y="18"/>
                  </a:cubicBezTo>
                  <a:cubicBezTo>
                    <a:pt x="52" y="65"/>
                    <a:pt x="1" y="194"/>
                    <a:pt x="52" y="299"/>
                  </a:cubicBezTo>
                  <a:cubicBezTo>
                    <a:pt x="112" y="441"/>
                    <a:pt x="163" y="591"/>
                    <a:pt x="202" y="747"/>
                  </a:cubicBezTo>
                  <a:cubicBezTo>
                    <a:pt x="222" y="845"/>
                    <a:pt x="313" y="909"/>
                    <a:pt x="410" y="909"/>
                  </a:cubicBezTo>
                  <a:cubicBezTo>
                    <a:pt x="424" y="909"/>
                    <a:pt x="443" y="909"/>
                    <a:pt x="457" y="903"/>
                  </a:cubicBezTo>
                  <a:cubicBezTo>
                    <a:pt x="574" y="876"/>
                    <a:pt x="644" y="759"/>
                    <a:pt x="619" y="642"/>
                  </a:cubicBezTo>
                  <a:cubicBezTo>
                    <a:pt x="574" y="467"/>
                    <a:pt x="514" y="299"/>
                    <a:pt x="443" y="129"/>
                  </a:cubicBezTo>
                  <a:cubicBezTo>
                    <a:pt x="409" y="46"/>
                    <a:pt x="333" y="0"/>
                    <a:pt x="2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777;p33">
              <a:extLst>
                <a:ext uri="{FF2B5EF4-FFF2-40B4-BE49-F238E27FC236}">
                  <a16:creationId xmlns:a16="http://schemas.microsoft.com/office/drawing/2014/main" id="{6AEA9677-4C53-304E-45E6-F8698941E3DB}"/>
                </a:ext>
              </a:extLst>
            </p:cNvPr>
            <p:cNvSpPr/>
            <p:nvPr/>
          </p:nvSpPr>
          <p:spPr>
            <a:xfrm>
              <a:off x="1768551" y="1494852"/>
              <a:ext cx="69857" cy="36285"/>
            </a:xfrm>
            <a:custGeom>
              <a:avLst/>
              <a:gdLst/>
              <a:ahLst/>
              <a:cxnLst/>
              <a:rect l="l" t="t" r="r" b="b"/>
              <a:pathLst>
                <a:path w="2595" h="1348" extrusionOk="0">
                  <a:moveTo>
                    <a:pt x="214" y="0"/>
                  </a:moveTo>
                  <a:cubicBezTo>
                    <a:pt x="97" y="0"/>
                    <a:pt x="0" y="99"/>
                    <a:pt x="0" y="216"/>
                  </a:cubicBezTo>
                  <a:cubicBezTo>
                    <a:pt x="0" y="333"/>
                    <a:pt x="97" y="430"/>
                    <a:pt x="214" y="430"/>
                  </a:cubicBezTo>
                  <a:cubicBezTo>
                    <a:pt x="970" y="430"/>
                    <a:pt x="1678" y="729"/>
                    <a:pt x="2204" y="1276"/>
                  </a:cubicBezTo>
                  <a:cubicBezTo>
                    <a:pt x="2243" y="1321"/>
                    <a:pt x="2303" y="1347"/>
                    <a:pt x="2354" y="1347"/>
                  </a:cubicBezTo>
                  <a:cubicBezTo>
                    <a:pt x="2413" y="1347"/>
                    <a:pt x="2465" y="1321"/>
                    <a:pt x="2504" y="1282"/>
                  </a:cubicBezTo>
                  <a:cubicBezTo>
                    <a:pt x="2594" y="1204"/>
                    <a:pt x="2594" y="1066"/>
                    <a:pt x="2510" y="982"/>
                  </a:cubicBezTo>
                  <a:cubicBezTo>
                    <a:pt x="1906" y="345"/>
                    <a:pt x="1093" y="0"/>
                    <a:pt x="2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458495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/>
            </a:gs>
            <a:gs pos="23000">
              <a:srgbClr val="895F81"/>
            </a:gs>
            <a:gs pos="100000">
              <a:schemeClr val="accent2"/>
            </a:gs>
          </a:gsLst>
          <a:lin ang="16200038" scaled="0"/>
        </a:gra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zh-TW" altLang="en-US" dirty="0"/>
              <a:t>專案動機與目標</a:t>
            </a:r>
            <a:endParaRPr dirty="0"/>
          </a:p>
        </p:txBody>
      </p:sp>
      <p:sp>
        <p:nvSpPr>
          <p:cNvPr id="316" name="Google Shape;316;p25"/>
          <p:cNvSpPr txBox="1"/>
          <p:nvPr/>
        </p:nvSpPr>
        <p:spPr>
          <a:xfrm>
            <a:off x="720000" y="998974"/>
            <a:ext cx="7704000" cy="283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zh-TW" altLang="en-US" sz="16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問題背景：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zh-TW" altLang="en-US" sz="1600" dirty="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342900" lvl="2" indent="-342900">
              <a:buClr>
                <a:schemeClr val="bg1"/>
              </a:buClr>
              <a:buFont typeface="+mj-lt"/>
              <a:buAutoNum type="arabicPeriod"/>
            </a:pPr>
            <a:r>
              <a:rPr lang="zh-TW" altLang="en-US" sz="1600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傳統氣象預測仰賴物理模擬，成本高、對資料依賴強</a:t>
            </a:r>
          </a:p>
          <a:p>
            <a:pPr marL="342900" lvl="2" indent="-342900">
              <a:buClr>
                <a:schemeClr val="bg1"/>
              </a:buClr>
              <a:buFont typeface="+mj-lt"/>
              <a:buAutoNum type="arabicPeriod"/>
            </a:pPr>
            <a:endParaRPr lang="zh-TW" altLang="en-US" sz="1600" dirty="0">
              <a:solidFill>
                <a:schemeClr val="bg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342900" lvl="2" indent="-342900">
              <a:buClr>
                <a:schemeClr val="bg1"/>
              </a:buClr>
              <a:buFont typeface="+mj-lt"/>
              <a:buAutoNum type="arabicPeriod"/>
            </a:pPr>
            <a:r>
              <a:rPr lang="zh-TW" altLang="en-US" sz="1600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深度學習可直接由資料中學習複雜模式</a:t>
            </a:r>
            <a:endParaRPr lang="en-US" altLang="zh-TW" sz="1600" dirty="0">
              <a:solidFill>
                <a:schemeClr val="bg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zh-TW" altLang="en-US" sz="16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研究目標：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zh-TW" altLang="en-US" sz="1600" dirty="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342900" lvl="2" indent="-342900">
              <a:buClr>
                <a:schemeClr val="bg1"/>
              </a:buClr>
              <a:buFont typeface="+mj-lt"/>
              <a:buAutoNum type="arabicPeriod"/>
            </a:pPr>
            <a:r>
              <a:rPr lang="zh-TW" altLang="en-US" sz="1600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探討 </a:t>
            </a:r>
            <a:r>
              <a:rPr lang="en-US" altLang="zh-TW" sz="1600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Transformer </a:t>
            </a:r>
            <a:r>
              <a:rPr lang="zh-TW" altLang="en-US" sz="1600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在時間序列氣象資料預測之效果</a:t>
            </a:r>
          </a:p>
          <a:p>
            <a:pPr marL="342900" lvl="2" indent="-342900">
              <a:buClr>
                <a:schemeClr val="bg1"/>
              </a:buClr>
              <a:buFont typeface="+mj-lt"/>
              <a:buAutoNum type="arabicPeriod"/>
            </a:pPr>
            <a:endParaRPr lang="zh-TW" altLang="en-US" sz="1600" dirty="0">
              <a:solidFill>
                <a:schemeClr val="bg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342900" lvl="2" indent="-342900">
              <a:buClr>
                <a:schemeClr val="bg1"/>
              </a:buClr>
              <a:buFont typeface="+mj-lt"/>
              <a:buAutoNum type="arabicPeriod"/>
            </a:pPr>
            <a:r>
              <a:rPr lang="zh-TW" altLang="en-US" sz="1600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驗證不同輸入週期、資料來源數量對準確度之影響</a:t>
            </a:r>
          </a:p>
          <a:p>
            <a:pPr marL="342900" lvl="2" indent="-342900">
              <a:buClr>
                <a:schemeClr val="bg1"/>
              </a:buClr>
              <a:buFont typeface="+mj-lt"/>
              <a:buAutoNum type="arabicPeriod"/>
            </a:pPr>
            <a:endParaRPr lang="zh-TW" altLang="en-US" sz="1600" dirty="0">
              <a:solidFill>
                <a:schemeClr val="bg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342900" lvl="2" indent="-342900">
              <a:buClr>
                <a:schemeClr val="bg1"/>
              </a:buClr>
              <a:buFont typeface="+mj-lt"/>
              <a:buAutoNum type="arabicPeriod"/>
            </a:pPr>
            <a:r>
              <a:rPr lang="zh-TW" altLang="en-US" sz="1600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提出自回歸式預測架構以強化短期預測準確度</a:t>
            </a:r>
            <a:endParaRPr sz="1600" dirty="0">
              <a:solidFill>
                <a:schemeClr val="bg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19" name="Google Shape;319;p25"/>
          <p:cNvSpPr/>
          <p:nvPr/>
        </p:nvSpPr>
        <p:spPr>
          <a:xfrm rot="10800000">
            <a:off x="8960675" y="14287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25"/>
          <p:cNvSpPr/>
          <p:nvPr/>
        </p:nvSpPr>
        <p:spPr>
          <a:xfrm rot="10800000">
            <a:off x="8953200" y="444387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25"/>
          <p:cNvSpPr/>
          <p:nvPr/>
        </p:nvSpPr>
        <p:spPr>
          <a:xfrm rot="10800000">
            <a:off x="3379925" y="492645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dist="9525" dir="660000" algn="bl" rotWithShape="0">
              <a:schemeClr val="lt1">
                <a:alpha val="9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/>
            </a:gs>
            <a:gs pos="100000">
              <a:schemeClr val="accent5"/>
            </a:gs>
          </a:gsLst>
          <a:lin ang="16200038" scaled="0"/>
        </a:gradFill>
        <a:effectLst/>
      </p:bgPr>
    </p:bg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2725" y="-514350"/>
            <a:ext cx="1677500" cy="1679150"/>
          </a:xfrm>
          <a:prstGeom prst="rect">
            <a:avLst/>
          </a:prstGeom>
          <a:noFill/>
          <a:ln>
            <a:noFill/>
          </a:ln>
          <a:effectLst>
            <a:outerShdw blurRad="85725" dist="19050" dir="5400000" algn="bl" rotWithShape="0">
              <a:schemeClr val="accent3">
                <a:alpha val="50000"/>
              </a:schemeClr>
            </a:outerShdw>
          </a:effectLst>
        </p:spPr>
      </p:pic>
      <p:sp>
        <p:nvSpPr>
          <p:cNvPr id="330" name="Google Shape;330;p26"/>
          <p:cNvSpPr txBox="1">
            <a:spLocks noGrp="1"/>
          </p:cNvSpPr>
          <p:nvPr>
            <p:ph type="title" idx="3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資料來源</a:t>
            </a:r>
            <a:endParaRPr dirty="0"/>
          </a:p>
        </p:txBody>
      </p:sp>
      <p:sp>
        <p:nvSpPr>
          <p:cNvPr id="30" name="Google Shape;316;p25">
            <a:extLst>
              <a:ext uri="{FF2B5EF4-FFF2-40B4-BE49-F238E27FC236}">
                <a16:creationId xmlns:a16="http://schemas.microsoft.com/office/drawing/2014/main" id="{E11817D0-E7B8-6DCD-B75E-8DA1CC3B2709}"/>
              </a:ext>
            </a:extLst>
          </p:cNvPr>
          <p:cNvSpPr txBox="1"/>
          <p:nvPr/>
        </p:nvSpPr>
        <p:spPr>
          <a:xfrm>
            <a:off x="720000" y="998975"/>
            <a:ext cx="7704000" cy="819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lvl="0"/>
            <a:r>
              <a:rPr lang="zh-TW" altLang="en-US" sz="16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資料來源：</a:t>
            </a:r>
            <a:endParaRPr lang="en-US" altLang="zh-TW" sz="1600" b="1" dirty="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lvl="0"/>
            <a:r>
              <a:rPr lang="zh-TW" altLang="en-US" sz="16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台灣歷史氣象觀測資料庫（</a:t>
            </a:r>
            <a:r>
              <a:rPr lang="en-US" altLang="zh-TW" sz="16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  <a:hlinkClick r:id="rId4"/>
              </a:rPr>
              <a:t>https://github.com/Raingel/historical_weather</a:t>
            </a:r>
            <a:r>
              <a:rPr lang="en-US" altLang="zh-TW" sz="16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)</a:t>
            </a:r>
          </a:p>
          <a:p>
            <a:pPr lvl="0"/>
            <a:endParaRPr lang="en-US" altLang="zh-TW" sz="1600" b="1" dirty="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88CEF701-261B-17B9-D564-F3B6599291E7}"/>
              </a:ext>
            </a:extLst>
          </p:cNvPr>
          <p:cNvSpPr txBox="1"/>
          <p:nvPr/>
        </p:nvSpPr>
        <p:spPr>
          <a:xfrm>
            <a:off x="142240" y="4497169"/>
            <a:ext cx="9001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zh-TW" sz="12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Ou, J.-H., Kuo, C.-H., Wu, Y.-F., Lin, G.-C., Lee, M.-H., Chen, R.-K., Chou, H.-P., Wu, H.-Y., Chu, S.-C., Lai, Q.-J., Tsai, Y.-C., Lin, C.-C., Kuo, C.-C., Liao, C.-T., Chen, Y.-N., Chu, Y.-W., Chen, C.-Y., 2023. Application-oriented deep learning model for early warning of rice blast in Taiwan. Ecological Informatics 73, 101950. https://doi.org/10.1016/j.ecoinf.2022.101950</a:t>
            </a:r>
            <a:endParaRPr lang="en-US" altLang="zh-TW" sz="1200" dirty="0">
              <a:solidFill>
                <a:schemeClr val="bg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39C81D6-54C6-49B4-860A-64B8485E3A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3615" y="1754006"/>
            <a:ext cx="6076769" cy="25960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>
          <a:extLst>
            <a:ext uri="{FF2B5EF4-FFF2-40B4-BE49-F238E27FC236}">
              <a16:creationId xmlns:a16="http://schemas.microsoft.com/office/drawing/2014/main" id="{722D8442-9F31-A895-E6BA-9ED192A40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26">
            <a:extLst>
              <a:ext uri="{FF2B5EF4-FFF2-40B4-BE49-F238E27FC236}">
                <a16:creationId xmlns:a16="http://schemas.microsoft.com/office/drawing/2014/main" id="{AD862281-2AE1-E280-AE25-F94700584F9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2725" y="-514350"/>
            <a:ext cx="1677500" cy="1679150"/>
          </a:xfrm>
          <a:prstGeom prst="rect">
            <a:avLst/>
          </a:prstGeom>
          <a:noFill/>
          <a:ln>
            <a:noFill/>
          </a:ln>
          <a:effectLst>
            <a:outerShdw blurRad="85725" dist="19050" dir="5400000" algn="bl" rotWithShape="0">
              <a:schemeClr val="accent3">
                <a:alpha val="50000"/>
              </a:schemeClr>
            </a:outerShdw>
          </a:effectLst>
        </p:spPr>
      </p:pic>
      <p:sp>
        <p:nvSpPr>
          <p:cNvPr id="330" name="Google Shape;330;p26">
            <a:extLst>
              <a:ext uri="{FF2B5EF4-FFF2-40B4-BE49-F238E27FC236}">
                <a16:creationId xmlns:a16="http://schemas.microsoft.com/office/drawing/2014/main" id="{739DEE0B-C99F-603F-9022-F51EA36D4356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資料處理</a:t>
            </a:r>
            <a:endParaRPr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91D5557-0579-4D0B-A5A6-8CC0113B3F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0071" y="1065151"/>
            <a:ext cx="3171750" cy="3589549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235BA6F3-E0FD-488B-9540-EA29B66B50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00" y="1750132"/>
            <a:ext cx="4191585" cy="245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450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7"/>
          <p:cNvSpPr txBox="1">
            <a:spLocks noGrp="1"/>
          </p:cNvSpPr>
          <p:nvPr>
            <p:ph type="title"/>
          </p:nvPr>
        </p:nvSpPr>
        <p:spPr>
          <a:xfrm>
            <a:off x="4004143" y="1686560"/>
            <a:ext cx="4479458" cy="144031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zh-TW" altLang="en-US" sz="4000" dirty="0"/>
              <a:t>實驗一 </a:t>
            </a:r>
            <a:br>
              <a:rPr lang="en-US" altLang="zh-TW" sz="4000" dirty="0"/>
            </a:br>
            <a:r>
              <a:rPr lang="zh-TW" altLang="en-US" sz="4000" dirty="0"/>
              <a:t>不同輸入長度影響</a:t>
            </a:r>
            <a:endParaRPr sz="4000" dirty="0"/>
          </a:p>
        </p:txBody>
      </p:sp>
      <p:cxnSp>
        <p:nvCxnSpPr>
          <p:cNvPr id="357" name="Google Shape;357;p27"/>
          <p:cNvCxnSpPr/>
          <p:nvPr/>
        </p:nvCxnSpPr>
        <p:spPr>
          <a:xfrm>
            <a:off x="3800418" y="1543800"/>
            <a:ext cx="0" cy="1979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58" name="Google Shape;35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5757" y="1212300"/>
            <a:ext cx="2624727" cy="251452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lt1">
                <a:alpha val="30000"/>
              </a:scheme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/>
            </a:gs>
            <a:gs pos="23000">
              <a:srgbClr val="895F81"/>
            </a:gs>
            <a:gs pos="100000">
              <a:schemeClr val="accent2"/>
            </a:gs>
          </a:gsLst>
          <a:lin ang="16198662" scaled="0"/>
        </a:gradFill>
        <a:effectLst/>
      </p:bgPr>
    </p:bg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8"/>
          <p:cNvSpPr txBox="1">
            <a:spLocks noGrp="1"/>
          </p:cNvSpPr>
          <p:nvPr>
            <p:ph type="title"/>
          </p:nvPr>
        </p:nvSpPr>
        <p:spPr>
          <a:xfrm>
            <a:off x="385687" y="504410"/>
            <a:ext cx="3354931" cy="47483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000" dirty="0"/>
              <a:t>實驗一</a:t>
            </a:r>
            <a:endParaRPr sz="3000" dirty="0"/>
          </a:p>
        </p:txBody>
      </p:sp>
      <p:pic>
        <p:nvPicPr>
          <p:cNvPr id="365" name="Google Shape;365;p28"/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0800000">
            <a:off x="-212388" y="2840176"/>
            <a:ext cx="2706802" cy="2709448"/>
          </a:xfrm>
          <a:prstGeom prst="rect">
            <a:avLst/>
          </a:prstGeom>
          <a:noFill/>
          <a:ln>
            <a:noFill/>
          </a:ln>
          <a:effectLst>
            <a:outerShdw blurRad="85725" dist="19050" dir="5400000" algn="bl" rotWithShape="0">
              <a:schemeClr val="accent3">
                <a:alpha val="50000"/>
              </a:schemeClr>
            </a:outerShdw>
          </a:effectLst>
        </p:spPr>
      </p:pic>
      <p:pic>
        <p:nvPicPr>
          <p:cNvPr id="366" name="Google Shape;366;p28"/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0800000" flipH="1">
            <a:off x="6649587" y="2840176"/>
            <a:ext cx="2706802" cy="2709448"/>
          </a:xfrm>
          <a:prstGeom prst="rect">
            <a:avLst/>
          </a:prstGeom>
          <a:noFill/>
          <a:ln>
            <a:noFill/>
          </a:ln>
          <a:effectLst>
            <a:outerShdw blurRad="85725" dist="19050" dir="5400000" algn="bl" rotWithShape="0">
              <a:schemeClr val="accent3">
                <a:alpha val="50000"/>
              </a:schemeClr>
            </a:outerShdw>
          </a:effectLst>
        </p:spPr>
      </p:pic>
      <p:pic>
        <p:nvPicPr>
          <p:cNvPr id="367" name="Google Shape;36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3526" y="-133668"/>
            <a:ext cx="2231373" cy="11282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lt1">
                <a:alpha val="30000"/>
              </a:schemeClr>
            </a:outerShdw>
          </a:effectLst>
        </p:spPr>
      </p:pic>
      <p:pic>
        <p:nvPicPr>
          <p:cNvPr id="368" name="Google Shape;368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212388" y="-133668"/>
            <a:ext cx="1196150" cy="8754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lt1">
                <a:alpha val="30000"/>
              </a:schemeClr>
            </a:outerShdw>
          </a:effectLst>
        </p:spPr>
      </p:pic>
      <p:sp>
        <p:nvSpPr>
          <p:cNvPr id="5" name="Google Shape;316;p25">
            <a:extLst>
              <a:ext uri="{FF2B5EF4-FFF2-40B4-BE49-F238E27FC236}">
                <a16:creationId xmlns:a16="http://schemas.microsoft.com/office/drawing/2014/main" id="{77B85984-F5AA-4EB4-A68A-301A8D780AAE}"/>
              </a:ext>
            </a:extLst>
          </p:cNvPr>
          <p:cNvSpPr txBox="1"/>
          <p:nvPr/>
        </p:nvSpPr>
        <p:spPr>
          <a:xfrm>
            <a:off x="720000" y="998974"/>
            <a:ext cx="7704000" cy="283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zh-TW" altLang="en-US" sz="16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目的：找出最適 </a:t>
            </a:r>
            <a:r>
              <a:rPr lang="en-US" altLang="zh-TW" sz="1600" b="1" dirty="0" err="1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num_history_weeks</a:t>
            </a:r>
            <a:endParaRPr lang="en-US" altLang="zh-TW" sz="1600" b="1" dirty="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zh-TW" altLang="en-US" sz="16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方法：每組訓練 </a:t>
            </a:r>
            <a:r>
              <a:rPr lang="en-US" altLang="zh-TW" sz="16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5 </a:t>
            </a:r>
            <a:r>
              <a:rPr lang="zh-TW" altLang="en-US" sz="16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次、每次 </a:t>
            </a:r>
            <a:r>
              <a:rPr lang="en-US" altLang="zh-TW" sz="16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5 epoch</a:t>
            </a:r>
            <a:r>
              <a:rPr lang="zh-TW" altLang="en-US" sz="16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、平均 </a:t>
            </a:r>
            <a:r>
              <a:rPr lang="en-US" altLang="zh-TW" sz="16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RMSE </a:t>
            </a:r>
            <a:r>
              <a:rPr lang="zh-TW" altLang="en-US" sz="16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繪圖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/>
            </a:gs>
            <a:gs pos="23000">
              <a:srgbClr val="895F81"/>
            </a:gs>
            <a:gs pos="100000">
              <a:schemeClr val="accent2"/>
            </a:gs>
          </a:gsLst>
          <a:lin ang="16198662" scaled="0"/>
        </a:gradFill>
        <a:effectLst/>
      </p:bgPr>
    </p:bg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8"/>
          <p:cNvSpPr txBox="1">
            <a:spLocks noGrp="1"/>
          </p:cNvSpPr>
          <p:nvPr>
            <p:ph type="title"/>
          </p:nvPr>
        </p:nvSpPr>
        <p:spPr>
          <a:xfrm>
            <a:off x="385687" y="504410"/>
            <a:ext cx="3354931" cy="47483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000" dirty="0"/>
              <a:t>實驗一</a:t>
            </a:r>
            <a:endParaRPr sz="3000" dirty="0"/>
          </a:p>
        </p:txBody>
      </p:sp>
      <p:pic>
        <p:nvPicPr>
          <p:cNvPr id="365" name="Google Shape;365;p28"/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0800000">
            <a:off x="-212388" y="2840176"/>
            <a:ext cx="2706802" cy="2709448"/>
          </a:xfrm>
          <a:prstGeom prst="rect">
            <a:avLst/>
          </a:prstGeom>
          <a:noFill/>
          <a:ln>
            <a:noFill/>
          </a:ln>
          <a:effectLst>
            <a:outerShdw blurRad="85725" dist="19050" dir="5400000" algn="bl" rotWithShape="0">
              <a:schemeClr val="accent3">
                <a:alpha val="50000"/>
              </a:schemeClr>
            </a:outerShdw>
          </a:effectLst>
        </p:spPr>
      </p:pic>
      <p:pic>
        <p:nvPicPr>
          <p:cNvPr id="366" name="Google Shape;366;p28"/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0800000" flipH="1">
            <a:off x="6649587" y="2840176"/>
            <a:ext cx="2706802" cy="2709448"/>
          </a:xfrm>
          <a:prstGeom prst="rect">
            <a:avLst/>
          </a:prstGeom>
          <a:noFill/>
          <a:ln>
            <a:noFill/>
          </a:ln>
          <a:effectLst>
            <a:outerShdw blurRad="85725" dist="19050" dir="5400000" algn="bl" rotWithShape="0">
              <a:schemeClr val="accent3">
                <a:alpha val="50000"/>
              </a:schemeClr>
            </a:outerShdw>
          </a:effectLst>
        </p:spPr>
      </p:pic>
      <p:pic>
        <p:nvPicPr>
          <p:cNvPr id="367" name="Google Shape;36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3526" y="-133668"/>
            <a:ext cx="2231373" cy="11282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lt1">
                <a:alpha val="30000"/>
              </a:schemeClr>
            </a:outerShdw>
          </a:effectLst>
        </p:spPr>
      </p:pic>
      <p:pic>
        <p:nvPicPr>
          <p:cNvPr id="368" name="Google Shape;368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212388" y="-133668"/>
            <a:ext cx="1196150" cy="8754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lt1">
                <a:alpha val="30000"/>
              </a:schemeClr>
            </a:outerShdw>
          </a:effectLst>
        </p:spPr>
      </p:pic>
      <p:sp>
        <p:nvSpPr>
          <p:cNvPr id="5" name="Google Shape;316;p25">
            <a:extLst>
              <a:ext uri="{FF2B5EF4-FFF2-40B4-BE49-F238E27FC236}">
                <a16:creationId xmlns:a16="http://schemas.microsoft.com/office/drawing/2014/main" id="{77B85984-F5AA-4EB4-A68A-301A8D780AAE}"/>
              </a:ext>
            </a:extLst>
          </p:cNvPr>
          <p:cNvSpPr txBox="1"/>
          <p:nvPr/>
        </p:nvSpPr>
        <p:spPr>
          <a:xfrm>
            <a:off x="720000" y="998974"/>
            <a:ext cx="7704000" cy="283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zh-TW" altLang="en-US" sz="16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目的：找出最適 </a:t>
            </a:r>
            <a:r>
              <a:rPr lang="en-US" altLang="zh-TW" sz="1600" b="1" dirty="0" err="1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num_history_weeks</a:t>
            </a:r>
            <a:endParaRPr lang="en-US" altLang="zh-TW" sz="1600" b="1" dirty="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zh-TW" altLang="en-US" sz="16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方法：每組訓練 </a:t>
            </a:r>
            <a:r>
              <a:rPr lang="en-US" altLang="zh-TW" sz="16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5 </a:t>
            </a:r>
            <a:r>
              <a:rPr lang="zh-TW" altLang="en-US" sz="16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次、每次 </a:t>
            </a:r>
            <a:r>
              <a:rPr lang="en-US" altLang="zh-TW" sz="16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5 epoch</a:t>
            </a:r>
            <a:r>
              <a:rPr lang="zh-TW" altLang="en-US" sz="16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、平均 </a:t>
            </a:r>
            <a:r>
              <a:rPr lang="en-US" altLang="zh-TW" sz="16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RMSE </a:t>
            </a:r>
            <a:r>
              <a:rPr lang="zh-TW" altLang="en-US" sz="16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繪圖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4D93CA80-E46C-48A1-A580-C6DF582EBF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7473" y="1771695"/>
            <a:ext cx="3671707" cy="2880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126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>
          <a:extLst>
            <a:ext uri="{FF2B5EF4-FFF2-40B4-BE49-F238E27FC236}">
              <a16:creationId xmlns:a16="http://schemas.microsoft.com/office/drawing/2014/main" id="{AF769420-F89D-A435-BE3C-F5638F8AE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7">
            <a:extLst>
              <a:ext uri="{FF2B5EF4-FFF2-40B4-BE49-F238E27FC236}">
                <a16:creationId xmlns:a16="http://schemas.microsoft.com/office/drawing/2014/main" id="{D88015CB-DF34-CA5F-9EE3-C013CC5CAD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04142" y="1686560"/>
            <a:ext cx="4906177" cy="144031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zh-TW" altLang="en-US" sz="4000" dirty="0"/>
              <a:t>實驗二 </a:t>
            </a:r>
            <a:br>
              <a:rPr lang="en-US" altLang="zh-TW" sz="4000" dirty="0"/>
            </a:br>
            <a:r>
              <a:rPr lang="zh-TW" altLang="en-US" sz="4000" dirty="0"/>
              <a:t>模型預測長時間效果</a:t>
            </a:r>
            <a:endParaRPr sz="4000" dirty="0"/>
          </a:p>
        </p:txBody>
      </p:sp>
      <p:cxnSp>
        <p:nvCxnSpPr>
          <p:cNvPr id="357" name="Google Shape;357;p27">
            <a:extLst>
              <a:ext uri="{FF2B5EF4-FFF2-40B4-BE49-F238E27FC236}">
                <a16:creationId xmlns:a16="http://schemas.microsoft.com/office/drawing/2014/main" id="{3FB3D4CE-993F-F551-667D-927714827570}"/>
              </a:ext>
            </a:extLst>
          </p:cNvPr>
          <p:cNvCxnSpPr/>
          <p:nvPr/>
        </p:nvCxnSpPr>
        <p:spPr>
          <a:xfrm>
            <a:off x="3800418" y="1543800"/>
            <a:ext cx="0" cy="1979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58" name="Google Shape;358;p27">
            <a:extLst>
              <a:ext uri="{FF2B5EF4-FFF2-40B4-BE49-F238E27FC236}">
                <a16:creationId xmlns:a16="http://schemas.microsoft.com/office/drawing/2014/main" id="{2DBBD8E1-C873-48E7-EC7B-69DE384331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5757" y="1212300"/>
            <a:ext cx="2624727" cy="251452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lt1">
                <a:alpha val="3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85804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>
          <a:extLst>
            <a:ext uri="{FF2B5EF4-FFF2-40B4-BE49-F238E27FC236}">
              <a16:creationId xmlns:a16="http://schemas.microsoft.com/office/drawing/2014/main" id="{F4893FEF-2303-D1B0-AD36-8B506E8AD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8">
            <a:extLst>
              <a:ext uri="{FF2B5EF4-FFF2-40B4-BE49-F238E27FC236}">
                <a16:creationId xmlns:a16="http://schemas.microsoft.com/office/drawing/2014/main" id="{D9AB8431-2577-111E-D9EC-1891A1ADEE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5687" y="504410"/>
            <a:ext cx="3354931" cy="47483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000" dirty="0"/>
              <a:t>實驗二</a:t>
            </a:r>
            <a:endParaRPr sz="3000" dirty="0"/>
          </a:p>
        </p:txBody>
      </p:sp>
      <p:pic>
        <p:nvPicPr>
          <p:cNvPr id="365" name="Google Shape;365;p28">
            <a:extLst>
              <a:ext uri="{FF2B5EF4-FFF2-40B4-BE49-F238E27FC236}">
                <a16:creationId xmlns:a16="http://schemas.microsoft.com/office/drawing/2014/main" id="{68DF4486-F7D9-29A4-9798-1F979C0A57FE}"/>
              </a:ext>
            </a:extLst>
          </p:cNvPr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0800000">
            <a:off x="-212388" y="2840176"/>
            <a:ext cx="2706802" cy="2709448"/>
          </a:xfrm>
          <a:prstGeom prst="rect">
            <a:avLst/>
          </a:prstGeom>
          <a:noFill/>
          <a:ln>
            <a:noFill/>
          </a:ln>
          <a:effectLst>
            <a:outerShdw blurRad="85725" dist="19050" dir="5400000" algn="bl" rotWithShape="0">
              <a:schemeClr val="accent3">
                <a:alpha val="50000"/>
              </a:schemeClr>
            </a:outerShdw>
          </a:effectLst>
        </p:spPr>
      </p:pic>
      <p:pic>
        <p:nvPicPr>
          <p:cNvPr id="366" name="Google Shape;366;p28">
            <a:extLst>
              <a:ext uri="{FF2B5EF4-FFF2-40B4-BE49-F238E27FC236}">
                <a16:creationId xmlns:a16="http://schemas.microsoft.com/office/drawing/2014/main" id="{4D4E4921-586D-2010-02E9-9357EADA7097}"/>
              </a:ext>
            </a:extLst>
          </p:cNvPr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0800000" flipH="1">
            <a:off x="6649587" y="2840176"/>
            <a:ext cx="2706802" cy="2709448"/>
          </a:xfrm>
          <a:prstGeom prst="rect">
            <a:avLst/>
          </a:prstGeom>
          <a:noFill/>
          <a:ln>
            <a:noFill/>
          </a:ln>
          <a:effectLst>
            <a:outerShdw blurRad="85725" dist="19050" dir="5400000" algn="bl" rotWithShape="0">
              <a:schemeClr val="accent3">
                <a:alpha val="50000"/>
              </a:schemeClr>
            </a:outerShdw>
          </a:effectLst>
        </p:spPr>
      </p:pic>
      <p:pic>
        <p:nvPicPr>
          <p:cNvPr id="367" name="Google Shape;367;p28">
            <a:extLst>
              <a:ext uri="{FF2B5EF4-FFF2-40B4-BE49-F238E27FC236}">
                <a16:creationId xmlns:a16="http://schemas.microsoft.com/office/drawing/2014/main" id="{8D8246D2-F45D-97D6-E2C3-588246DAEAF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3526" y="-133668"/>
            <a:ext cx="2231373" cy="11282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lt1">
                <a:alpha val="30000"/>
              </a:schemeClr>
            </a:outerShdw>
          </a:effectLst>
        </p:spPr>
      </p:pic>
      <p:pic>
        <p:nvPicPr>
          <p:cNvPr id="368" name="Google Shape;368;p28">
            <a:extLst>
              <a:ext uri="{FF2B5EF4-FFF2-40B4-BE49-F238E27FC236}">
                <a16:creationId xmlns:a16="http://schemas.microsoft.com/office/drawing/2014/main" id="{2AFA5E63-4F05-1486-6993-FCD028F48746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212388" y="-133668"/>
            <a:ext cx="1196150" cy="8754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lt1">
                <a:alpha val="30000"/>
              </a:schemeClr>
            </a:outerShdw>
          </a:effectLst>
        </p:spPr>
      </p:pic>
      <p:sp>
        <p:nvSpPr>
          <p:cNvPr id="11" name="Google Shape;316;p25">
            <a:extLst>
              <a:ext uri="{FF2B5EF4-FFF2-40B4-BE49-F238E27FC236}">
                <a16:creationId xmlns:a16="http://schemas.microsoft.com/office/drawing/2014/main" id="{2288EC66-01B9-42A3-8F19-CB569AC5D2FF}"/>
              </a:ext>
            </a:extLst>
          </p:cNvPr>
          <p:cNvSpPr txBox="1"/>
          <p:nvPr/>
        </p:nvSpPr>
        <p:spPr>
          <a:xfrm>
            <a:off x="720000" y="998974"/>
            <a:ext cx="7704000" cy="283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zh-TW" altLang="en-US" sz="16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目的：完成</a:t>
            </a:r>
            <a:r>
              <a:rPr lang="en-US" altLang="zh-TW" sz="16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466920</a:t>
            </a:r>
            <a:r>
              <a:rPr lang="zh-TW" altLang="en-US" sz="16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觀測站之溫溼度降雨一週預測</a:t>
            </a:r>
            <a:endParaRPr lang="en-US" altLang="zh-TW" sz="1600" b="1" dirty="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zh-TW" altLang="en-US" sz="16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方法：</a:t>
            </a:r>
            <a:r>
              <a:rPr lang="en-US" altLang="zh-TW" sz="16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Transformer</a:t>
            </a:r>
            <a:r>
              <a:rPr lang="zh-TW" altLang="en-US" sz="16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、</a:t>
            </a:r>
            <a:r>
              <a:rPr lang="en-US" altLang="zh-TW" sz="16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early stopping</a:t>
            </a:r>
            <a:r>
              <a:rPr lang="zh-TW" altLang="en-US" sz="16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、</a:t>
            </a:r>
            <a:r>
              <a:rPr lang="en-US" altLang="zh-TW" sz="1600" b="1" dirty="0" err="1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optuna</a:t>
            </a:r>
            <a:endParaRPr lang="zh-TW" altLang="en-US" sz="1600" b="1" dirty="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5ECCF89-62B9-4897-B849-F870F5C37F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4101" y="2344134"/>
            <a:ext cx="5715798" cy="95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777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>
          <a:extLst>
            <a:ext uri="{FF2B5EF4-FFF2-40B4-BE49-F238E27FC236}">
              <a16:creationId xmlns:a16="http://schemas.microsoft.com/office/drawing/2014/main" id="{F4893FEF-2303-D1B0-AD36-8B506E8AD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8">
            <a:extLst>
              <a:ext uri="{FF2B5EF4-FFF2-40B4-BE49-F238E27FC236}">
                <a16:creationId xmlns:a16="http://schemas.microsoft.com/office/drawing/2014/main" id="{D9AB8431-2577-111E-D9EC-1891A1ADEE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5687" y="504410"/>
            <a:ext cx="3354931" cy="47483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000" dirty="0"/>
              <a:t>實驗二</a:t>
            </a:r>
            <a:endParaRPr sz="3000" dirty="0"/>
          </a:p>
        </p:txBody>
      </p:sp>
      <p:pic>
        <p:nvPicPr>
          <p:cNvPr id="365" name="Google Shape;365;p28">
            <a:extLst>
              <a:ext uri="{FF2B5EF4-FFF2-40B4-BE49-F238E27FC236}">
                <a16:creationId xmlns:a16="http://schemas.microsoft.com/office/drawing/2014/main" id="{68DF4486-F7D9-29A4-9798-1F979C0A57FE}"/>
              </a:ext>
            </a:extLst>
          </p:cNvPr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0800000">
            <a:off x="-212388" y="2840176"/>
            <a:ext cx="2706802" cy="2709448"/>
          </a:xfrm>
          <a:prstGeom prst="rect">
            <a:avLst/>
          </a:prstGeom>
          <a:noFill/>
          <a:ln>
            <a:noFill/>
          </a:ln>
          <a:effectLst>
            <a:outerShdw blurRad="85725" dist="19050" dir="5400000" algn="bl" rotWithShape="0">
              <a:schemeClr val="accent3">
                <a:alpha val="50000"/>
              </a:schemeClr>
            </a:outerShdw>
          </a:effectLst>
        </p:spPr>
      </p:pic>
      <p:pic>
        <p:nvPicPr>
          <p:cNvPr id="366" name="Google Shape;366;p28">
            <a:extLst>
              <a:ext uri="{FF2B5EF4-FFF2-40B4-BE49-F238E27FC236}">
                <a16:creationId xmlns:a16="http://schemas.microsoft.com/office/drawing/2014/main" id="{4D4E4921-586D-2010-02E9-9357EADA7097}"/>
              </a:ext>
            </a:extLst>
          </p:cNvPr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0800000" flipH="1">
            <a:off x="6649587" y="2840176"/>
            <a:ext cx="2706802" cy="2709448"/>
          </a:xfrm>
          <a:prstGeom prst="rect">
            <a:avLst/>
          </a:prstGeom>
          <a:noFill/>
          <a:ln>
            <a:noFill/>
          </a:ln>
          <a:effectLst>
            <a:outerShdw blurRad="85725" dist="19050" dir="5400000" algn="bl" rotWithShape="0">
              <a:schemeClr val="accent3">
                <a:alpha val="50000"/>
              </a:schemeClr>
            </a:outerShdw>
          </a:effectLst>
        </p:spPr>
      </p:pic>
      <p:pic>
        <p:nvPicPr>
          <p:cNvPr id="367" name="Google Shape;367;p28">
            <a:extLst>
              <a:ext uri="{FF2B5EF4-FFF2-40B4-BE49-F238E27FC236}">
                <a16:creationId xmlns:a16="http://schemas.microsoft.com/office/drawing/2014/main" id="{8D8246D2-F45D-97D6-E2C3-588246DAEAF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3526" y="-133668"/>
            <a:ext cx="2231373" cy="11282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lt1">
                <a:alpha val="30000"/>
              </a:schemeClr>
            </a:outerShdw>
          </a:effectLst>
        </p:spPr>
      </p:pic>
      <p:pic>
        <p:nvPicPr>
          <p:cNvPr id="368" name="Google Shape;368;p28">
            <a:extLst>
              <a:ext uri="{FF2B5EF4-FFF2-40B4-BE49-F238E27FC236}">
                <a16:creationId xmlns:a16="http://schemas.microsoft.com/office/drawing/2014/main" id="{2AFA5E63-4F05-1486-6993-FCD028F48746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212388" y="-133668"/>
            <a:ext cx="1196150" cy="8754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lt1">
                <a:alpha val="30000"/>
              </a:schemeClr>
            </a:outerShdw>
          </a:effectLst>
        </p:spPr>
      </p:pic>
      <p:sp>
        <p:nvSpPr>
          <p:cNvPr id="11" name="Google Shape;316;p25">
            <a:extLst>
              <a:ext uri="{FF2B5EF4-FFF2-40B4-BE49-F238E27FC236}">
                <a16:creationId xmlns:a16="http://schemas.microsoft.com/office/drawing/2014/main" id="{2288EC66-01B9-42A3-8F19-CB569AC5D2FF}"/>
              </a:ext>
            </a:extLst>
          </p:cNvPr>
          <p:cNvSpPr txBox="1"/>
          <p:nvPr/>
        </p:nvSpPr>
        <p:spPr>
          <a:xfrm>
            <a:off x="720000" y="998975"/>
            <a:ext cx="7704000" cy="770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zh-TW" altLang="en-US" sz="16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目的：完成</a:t>
            </a:r>
            <a:r>
              <a:rPr lang="en-US" altLang="zh-TW" sz="16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466920</a:t>
            </a:r>
            <a:r>
              <a:rPr lang="zh-TW" altLang="en-US" sz="16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觀測站之溫溼度降雨一週預測</a:t>
            </a:r>
            <a:endParaRPr lang="en-US" altLang="zh-TW" sz="1600" b="1" dirty="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zh-TW" altLang="en-US" sz="16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方法：</a:t>
            </a:r>
            <a:r>
              <a:rPr lang="en-US" altLang="zh-TW" sz="16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Transformer</a:t>
            </a:r>
            <a:r>
              <a:rPr lang="zh-TW" altLang="en-US" sz="16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、</a:t>
            </a:r>
            <a:r>
              <a:rPr lang="en-US" altLang="zh-TW" sz="16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early stopping</a:t>
            </a:r>
            <a:r>
              <a:rPr lang="zh-TW" altLang="en-US" sz="1600" b="1" dirty="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、</a:t>
            </a:r>
            <a:r>
              <a:rPr lang="en-US" altLang="zh-TW" sz="1600" b="1" dirty="0" err="1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optuna</a:t>
            </a:r>
            <a:endParaRPr lang="zh-TW" altLang="en-US" sz="1600" b="1" dirty="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71E4BC0-7B89-4697-BBC1-C8F430094B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1627" y="1933617"/>
            <a:ext cx="6420746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631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F1A51FA7-B908-20E8-ECC7-D5CF6B8FC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58D57AD2-B9C2-491D-5BF5-AAF70F9A5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結果圖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84CD04E-F221-4C87-BED0-ABC961B15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3137" y="1269709"/>
            <a:ext cx="4657725" cy="276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5602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F1A51FA7-B908-20E8-ECC7-D5CF6B8FC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58D57AD2-B9C2-491D-5BF5-AAF70F9A5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結果圖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C557E1A-3C44-4976-BF0E-94FA067B0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647" y="1750680"/>
            <a:ext cx="7616705" cy="1856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9956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>
          <a:extLst>
            <a:ext uri="{FF2B5EF4-FFF2-40B4-BE49-F238E27FC236}">
              <a16:creationId xmlns:a16="http://schemas.microsoft.com/office/drawing/2014/main" id="{73F47EEA-70E0-CB21-3E4D-88152D45F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7">
            <a:extLst>
              <a:ext uri="{FF2B5EF4-FFF2-40B4-BE49-F238E27FC236}">
                <a16:creationId xmlns:a16="http://schemas.microsoft.com/office/drawing/2014/main" id="{073E55CE-F527-FD8C-C1D3-494D627136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04143" y="1664258"/>
            <a:ext cx="3879770" cy="144031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zh-TW" altLang="en-US" sz="4000" dirty="0"/>
              <a:t>模型限制與改進</a:t>
            </a:r>
            <a:endParaRPr sz="4000" dirty="0"/>
          </a:p>
        </p:txBody>
      </p:sp>
      <p:cxnSp>
        <p:nvCxnSpPr>
          <p:cNvPr id="357" name="Google Shape;357;p27">
            <a:extLst>
              <a:ext uri="{FF2B5EF4-FFF2-40B4-BE49-F238E27FC236}">
                <a16:creationId xmlns:a16="http://schemas.microsoft.com/office/drawing/2014/main" id="{C0CCA468-E7E5-CFDB-FF38-64CB91CF4B1E}"/>
              </a:ext>
            </a:extLst>
          </p:cNvPr>
          <p:cNvCxnSpPr/>
          <p:nvPr/>
        </p:nvCxnSpPr>
        <p:spPr>
          <a:xfrm>
            <a:off x="3800418" y="1543800"/>
            <a:ext cx="0" cy="1979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58" name="Google Shape;358;p27">
            <a:extLst>
              <a:ext uri="{FF2B5EF4-FFF2-40B4-BE49-F238E27FC236}">
                <a16:creationId xmlns:a16="http://schemas.microsoft.com/office/drawing/2014/main" id="{000A76C5-B95D-4B33-71C1-AF50EAF12C2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5757" y="1212300"/>
            <a:ext cx="2624727" cy="251452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lt1">
                <a:alpha val="3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45011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>
          <a:extLst>
            <a:ext uri="{FF2B5EF4-FFF2-40B4-BE49-F238E27FC236}">
              <a16:creationId xmlns:a16="http://schemas.microsoft.com/office/drawing/2014/main" id="{99EC9BB0-ABFD-86F7-4478-B74EDEF07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8">
            <a:extLst>
              <a:ext uri="{FF2B5EF4-FFF2-40B4-BE49-F238E27FC236}">
                <a16:creationId xmlns:a16="http://schemas.microsoft.com/office/drawing/2014/main" id="{457A1099-AC56-4D6F-220C-5845518885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5687" y="504410"/>
            <a:ext cx="3354931" cy="47483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000" dirty="0"/>
              <a:t>問題與改進方向</a:t>
            </a:r>
            <a:endParaRPr sz="3000" dirty="0"/>
          </a:p>
        </p:txBody>
      </p:sp>
      <p:sp>
        <p:nvSpPr>
          <p:cNvPr id="364" name="Google Shape;364;p28">
            <a:extLst>
              <a:ext uri="{FF2B5EF4-FFF2-40B4-BE49-F238E27FC236}">
                <a16:creationId xmlns:a16="http://schemas.microsoft.com/office/drawing/2014/main" id="{4F4D667E-ED36-EE83-2DBD-1C1DF5A596B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77663" y="1768928"/>
            <a:ext cx="6697207" cy="14602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b="1" dirty="0"/>
              <a:t>問題：</a:t>
            </a:r>
          </a:p>
          <a:p>
            <a:pPr marL="800100" lvl="1" indent="-342900" algn="l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TW" altLang="en-US" sz="1600" b="1" dirty="0"/>
              <a:t>使用單一測站 → 模型準確度有限</a:t>
            </a:r>
            <a:endParaRPr lang="en-US" altLang="zh-TW" sz="1600" b="1" dirty="0"/>
          </a:p>
          <a:p>
            <a:pPr marL="800100" lvl="1" indent="-342900" algn="l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TW" altLang="en-US" sz="1600" b="1" dirty="0"/>
              <a:t>僅有基本氣象資料 → 模型學習空間不足</a:t>
            </a:r>
            <a:endParaRPr lang="en-US" altLang="zh-TW" sz="1600" b="1" dirty="0"/>
          </a:p>
          <a:p>
            <a:pPr marL="800100" lvl="1" indent="-342900" algn="l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TW" altLang="zh-TW" sz="1600" b="1" dirty="0"/>
              <a:t>模型泛化不足</a:t>
            </a:r>
            <a:r>
              <a:rPr lang="zh-TW" altLang="zh-TW" sz="1600" dirty="0"/>
              <a:t>：平滑預測顯示過度平均，對極端事件預測困難。</a:t>
            </a:r>
            <a:endParaRPr lang="zh-TW" altLang="en-US" sz="1800" b="1" dirty="0"/>
          </a:p>
          <a:p>
            <a:pPr marL="457200" lvl="1" indent="0" algn="l">
              <a:spcBef>
                <a:spcPts val="0"/>
              </a:spcBef>
              <a:spcAft>
                <a:spcPts val="600"/>
              </a:spcAft>
            </a:pPr>
            <a:endParaRPr lang="zh-TW" altLang="en-US" sz="1600" b="1" dirty="0"/>
          </a:p>
          <a:p>
            <a:pPr marL="342900" indent="-342900" algn="l">
              <a:spcAft>
                <a:spcPts val="600"/>
              </a:spcAft>
              <a:buFont typeface="+mj-lt"/>
              <a:buAutoNum type="arabicPeriod"/>
            </a:pPr>
            <a:endParaRPr lang="zh-TW" altLang="en-US" sz="1800" b="1" dirty="0"/>
          </a:p>
        </p:txBody>
      </p:sp>
      <p:pic>
        <p:nvPicPr>
          <p:cNvPr id="366" name="Google Shape;366;p28">
            <a:extLst>
              <a:ext uri="{FF2B5EF4-FFF2-40B4-BE49-F238E27FC236}">
                <a16:creationId xmlns:a16="http://schemas.microsoft.com/office/drawing/2014/main" id="{04AF23C9-95F3-15DD-DABA-BEC8647784F5}"/>
              </a:ext>
            </a:extLst>
          </p:cNvPr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0800000" flipH="1">
            <a:off x="6649587" y="2840176"/>
            <a:ext cx="2706802" cy="2709448"/>
          </a:xfrm>
          <a:prstGeom prst="rect">
            <a:avLst/>
          </a:prstGeom>
          <a:noFill/>
          <a:ln>
            <a:noFill/>
          </a:ln>
          <a:effectLst>
            <a:outerShdw blurRad="85725" dist="19050" dir="5400000" algn="bl" rotWithShape="0">
              <a:schemeClr val="accent3">
                <a:alpha val="50000"/>
              </a:schemeClr>
            </a:outerShdw>
          </a:effectLst>
        </p:spPr>
      </p:pic>
      <p:pic>
        <p:nvPicPr>
          <p:cNvPr id="367" name="Google Shape;367;p28">
            <a:extLst>
              <a:ext uri="{FF2B5EF4-FFF2-40B4-BE49-F238E27FC236}">
                <a16:creationId xmlns:a16="http://schemas.microsoft.com/office/drawing/2014/main" id="{6A01BC8A-70C4-2B17-4766-76812195CE7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3526" y="-133668"/>
            <a:ext cx="2231373" cy="11282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lt1">
                <a:alpha val="30000"/>
              </a:schemeClr>
            </a:outerShdw>
          </a:effectLst>
        </p:spPr>
      </p:pic>
      <p:pic>
        <p:nvPicPr>
          <p:cNvPr id="368" name="Google Shape;368;p28">
            <a:extLst>
              <a:ext uri="{FF2B5EF4-FFF2-40B4-BE49-F238E27FC236}">
                <a16:creationId xmlns:a16="http://schemas.microsoft.com/office/drawing/2014/main" id="{4FD4CD2C-8CA2-E634-FD68-C138D5F8534B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212388" y="-133668"/>
            <a:ext cx="1196150" cy="8754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lt1">
                <a:alpha val="3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4994376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>
          <a:extLst>
            <a:ext uri="{FF2B5EF4-FFF2-40B4-BE49-F238E27FC236}">
              <a16:creationId xmlns:a16="http://schemas.microsoft.com/office/drawing/2014/main" id="{99EC9BB0-ABFD-86F7-4478-B74EDEF07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8">
            <a:extLst>
              <a:ext uri="{FF2B5EF4-FFF2-40B4-BE49-F238E27FC236}">
                <a16:creationId xmlns:a16="http://schemas.microsoft.com/office/drawing/2014/main" id="{457A1099-AC56-4D6F-220C-5845518885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5687" y="504410"/>
            <a:ext cx="3354931" cy="47483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000" dirty="0"/>
              <a:t>問題與改進方向</a:t>
            </a:r>
            <a:endParaRPr sz="3000" dirty="0"/>
          </a:p>
        </p:txBody>
      </p:sp>
      <p:sp>
        <p:nvSpPr>
          <p:cNvPr id="364" name="Google Shape;364;p28">
            <a:extLst>
              <a:ext uri="{FF2B5EF4-FFF2-40B4-BE49-F238E27FC236}">
                <a16:creationId xmlns:a16="http://schemas.microsoft.com/office/drawing/2014/main" id="{4F4D667E-ED36-EE83-2DBD-1C1DF5A596B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40056" y="1111549"/>
            <a:ext cx="6034550" cy="17286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b="1" dirty="0"/>
              <a:t>問題：</a:t>
            </a:r>
          </a:p>
          <a:p>
            <a:pPr marL="457200" lvl="1" indent="0" algn="l">
              <a:spcBef>
                <a:spcPts val="0"/>
              </a:spcBef>
              <a:spcAft>
                <a:spcPts val="600"/>
              </a:spcAft>
            </a:pPr>
            <a:r>
              <a:rPr lang="zh-TW" altLang="en-US" sz="1600" b="1" dirty="0"/>
              <a:t>使用單一測站 → 模型準確度有限</a:t>
            </a:r>
          </a:p>
          <a:p>
            <a:pPr marL="285750" lvl="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b="1" dirty="0"/>
              <a:t>改進方向：</a:t>
            </a:r>
          </a:p>
          <a:p>
            <a:pPr marL="457200" lvl="1" indent="0" algn="l">
              <a:spcBef>
                <a:spcPts val="0"/>
              </a:spcBef>
              <a:spcAft>
                <a:spcPts val="600"/>
              </a:spcAft>
            </a:pPr>
            <a:r>
              <a:rPr lang="zh-TW" altLang="en-US" sz="1600" b="1" dirty="0"/>
              <a:t>多測站合併學習</a:t>
            </a:r>
            <a:endParaRPr lang="en-US" altLang="zh-TW" sz="1600" b="1" dirty="0"/>
          </a:p>
          <a:p>
            <a:pPr marL="800100" lvl="1" indent="-342900" algn="l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endParaRPr lang="zh-TW" altLang="en-US" sz="1600" b="1" dirty="0"/>
          </a:p>
        </p:txBody>
      </p:sp>
      <p:pic>
        <p:nvPicPr>
          <p:cNvPr id="366" name="Google Shape;366;p28">
            <a:extLst>
              <a:ext uri="{FF2B5EF4-FFF2-40B4-BE49-F238E27FC236}">
                <a16:creationId xmlns:a16="http://schemas.microsoft.com/office/drawing/2014/main" id="{04AF23C9-95F3-15DD-DABA-BEC8647784F5}"/>
              </a:ext>
            </a:extLst>
          </p:cNvPr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0800000" flipH="1">
            <a:off x="6649587" y="2840176"/>
            <a:ext cx="2706802" cy="2709448"/>
          </a:xfrm>
          <a:prstGeom prst="rect">
            <a:avLst/>
          </a:prstGeom>
          <a:noFill/>
          <a:ln>
            <a:noFill/>
          </a:ln>
          <a:effectLst>
            <a:outerShdw blurRad="85725" dist="19050" dir="5400000" algn="bl" rotWithShape="0">
              <a:schemeClr val="accent3">
                <a:alpha val="50000"/>
              </a:schemeClr>
            </a:outerShdw>
          </a:effectLst>
        </p:spPr>
      </p:pic>
      <p:pic>
        <p:nvPicPr>
          <p:cNvPr id="367" name="Google Shape;367;p28">
            <a:extLst>
              <a:ext uri="{FF2B5EF4-FFF2-40B4-BE49-F238E27FC236}">
                <a16:creationId xmlns:a16="http://schemas.microsoft.com/office/drawing/2014/main" id="{6A01BC8A-70C4-2B17-4766-76812195CE7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3526" y="-133668"/>
            <a:ext cx="2231373" cy="11282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lt1">
                <a:alpha val="30000"/>
              </a:schemeClr>
            </a:outerShdw>
          </a:effectLst>
        </p:spPr>
      </p:pic>
      <p:pic>
        <p:nvPicPr>
          <p:cNvPr id="368" name="Google Shape;368;p28">
            <a:extLst>
              <a:ext uri="{FF2B5EF4-FFF2-40B4-BE49-F238E27FC236}">
                <a16:creationId xmlns:a16="http://schemas.microsoft.com/office/drawing/2014/main" id="{4FD4CD2C-8CA2-E634-FD68-C138D5F8534B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212388" y="-133668"/>
            <a:ext cx="1196150" cy="8754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lt1">
                <a:alpha val="30000"/>
              </a:schemeClr>
            </a:outerShdw>
          </a:effectLst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310CE552-B1DF-4655-B640-63F9C3268D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6996" y="2193771"/>
            <a:ext cx="5372850" cy="219106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9B217581-27FD-4418-B0FB-15B3CBB4DA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56996" y="2550608"/>
            <a:ext cx="4143953" cy="137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489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>
          <a:extLst>
            <a:ext uri="{FF2B5EF4-FFF2-40B4-BE49-F238E27FC236}">
              <a16:creationId xmlns:a16="http://schemas.microsoft.com/office/drawing/2014/main" id="{99EC9BB0-ABFD-86F7-4478-B74EDEF07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8">
            <a:extLst>
              <a:ext uri="{FF2B5EF4-FFF2-40B4-BE49-F238E27FC236}">
                <a16:creationId xmlns:a16="http://schemas.microsoft.com/office/drawing/2014/main" id="{457A1099-AC56-4D6F-220C-5845518885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5687" y="504410"/>
            <a:ext cx="3354931" cy="47483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000" dirty="0"/>
              <a:t>問題與改進方向</a:t>
            </a:r>
            <a:endParaRPr sz="3000" dirty="0"/>
          </a:p>
        </p:txBody>
      </p:sp>
      <p:sp>
        <p:nvSpPr>
          <p:cNvPr id="364" name="Google Shape;364;p28">
            <a:extLst>
              <a:ext uri="{FF2B5EF4-FFF2-40B4-BE49-F238E27FC236}">
                <a16:creationId xmlns:a16="http://schemas.microsoft.com/office/drawing/2014/main" id="{4F4D667E-ED36-EE83-2DBD-1C1DF5A596B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40056" y="1111549"/>
            <a:ext cx="6034550" cy="17286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b="1" dirty="0"/>
              <a:t>問題：</a:t>
            </a:r>
          </a:p>
          <a:p>
            <a:pPr marL="457200" lvl="1" indent="0" algn="l">
              <a:spcBef>
                <a:spcPts val="0"/>
              </a:spcBef>
              <a:spcAft>
                <a:spcPts val="600"/>
              </a:spcAft>
            </a:pPr>
            <a:r>
              <a:rPr lang="zh-TW" altLang="en-US" sz="1600" b="1" dirty="0"/>
              <a:t>僅有基本氣象資料 → 模型學習空間不足</a:t>
            </a:r>
            <a:endParaRPr lang="en-US" altLang="zh-TW" sz="1600" b="1" dirty="0"/>
          </a:p>
          <a:p>
            <a:pPr marL="285750" lvl="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b="1" dirty="0"/>
              <a:t>改進方向：</a:t>
            </a:r>
          </a:p>
          <a:p>
            <a:pPr marL="457200" lvl="1" indent="0" algn="l">
              <a:spcBef>
                <a:spcPts val="0"/>
              </a:spcBef>
              <a:spcAft>
                <a:spcPts val="600"/>
              </a:spcAft>
            </a:pPr>
            <a:r>
              <a:rPr lang="zh-TW" altLang="en-US" sz="1600" b="1" dirty="0"/>
              <a:t>加入更多氣象特徵</a:t>
            </a:r>
          </a:p>
          <a:p>
            <a:pPr marL="800100" lvl="1" indent="-342900" algn="l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endParaRPr lang="zh-TW" altLang="en-US" sz="1600" b="1" dirty="0"/>
          </a:p>
        </p:txBody>
      </p:sp>
      <p:pic>
        <p:nvPicPr>
          <p:cNvPr id="366" name="Google Shape;366;p28">
            <a:extLst>
              <a:ext uri="{FF2B5EF4-FFF2-40B4-BE49-F238E27FC236}">
                <a16:creationId xmlns:a16="http://schemas.microsoft.com/office/drawing/2014/main" id="{04AF23C9-95F3-15DD-DABA-BEC8647784F5}"/>
              </a:ext>
            </a:extLst>
          </p:cNvPr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0800000" flipH="1">
            <a:off x="6649587" y="2840176"/>
            <a:ext cx="2706802" cy="2709448"/>
          </a:xfrm>
          <a:prstGeom prst="rect">
            <a:avLst/>
          </a:prstGeom>
          <a:noFill/>
          <a:ln>
            <a:noFill/>
          </a:ln>
          <a:effectLst>
            <a:outerShdw blurRad="85725" dist="19050" dir="5400000" algn="bl" rotWithShape="0">
              <a:schemeClr val="accent3">
                <a:alpha val="50000"/>
              </a:schemeClr>
            </a:outerShdw>
          </a:effectLst>
        </p:spPr>
      </p:pic>
      <p:pic>
        <p:nvPicPr>
          <p:cNvPr id="367" name="Google Shape;367;p28">
            <a:extLst>
              <a:ext uri="{FF2B5EF4-FFF2-40B4-BE49-F238E27FC236}">
                <a16:creationId xmlns:a16="http://schemas.microsoft.com/office/drawing/2014/main" id="{6A01BC8A-70C4-2B17-4766-76812195CE7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3526" y="-133668"/>
            <a:ext cx="2231373" cy="11282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lt1">
                <a:alpha val="30000"/>
              </a:schemeClr>
            </a:outerShdw>
          </a:effectLst>
        </p:spPr>
      </p:pic>
      <p:pic>
        <p:nvPicPr>
          <p:cNvPr id="368" name="Google Shape;368;p28">
            <a:extLst>
              <a:ext uri="{FF2B5EF4-FFF2-40B4-BE49-F238E27FC236}">
                <a16:creationId xmlns:a16="http://schemas.microsoft.com/office/drawing/2014/main" id="{4FD4CD2C-8CA2-E634-FD68-C138D5F8534B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212388" y="-133668"/>
            <a:ext cx="1196150" cy="8754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lt1">
                <a:alpha val="30000"/>
              </a:schemeClr>
            </a:outerShdw>
          </a:effectLst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ADAFB9FB-5EDF-49C3-B9D2-91754E4544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0472" y="2571750"/>
            <a:ext cx="5696745" cy="88597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AE416AF-2105-46F0-A283-50DBA049BF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60472" y="3682169"/>
            <a:ext cx="5696745" cy="3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6532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>
          <a:extLst>
            <a:ext uri="{FF2B5EF4-FFF2-40B4-BE49-F238E27FC236}">
              <a16:creationId xmlns:a16="http://schemas.microsoft.com/office/drawing/2014/main" id="{99EC9BB0-ABFD-86F7-4478-B74EDEF07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8">
            <a:extLst>
              <a:ext uri="{FF2B5EF4-FFF2-40B4-BE49-F238E27FC236}">
                <a16:creationId xmlns:a16="http://schemas.microsoft.com/office/drawing/2014/main" id="{457A1099-AC56-4D6F-220C-5845518885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5687" y="504410"/>
            <a:ext cx="3354931" cy="47483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000" dirty="0"/>
              <a:t>問題與改進方向</a:t>
            </a:r>
            <a:endParaRPr sz="3000" dirty="0"/>
          </a:p>
        </p:txBody>
      </p:sp>
      <p:sp>
        <p:nvSpPr>
          <p:cNvPr id="364" name="Google Shape;364;p28">
            <a:extLst>
              <a:ext uri="{FF2B5EF4-FFF2-40B4-BE49-F238E27FC236}">
                <a16:creationId xmlns:a16="http://schemas.microsoft.com/office/drawing/2014/main" id="{4F4D667E-ED36-EE83-2DBD-1C1DF5A596B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40056" y="1111549"/>
            <a:ext cx="6034550" cy="17286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b="1" dirty="0"/>
              <a:t>問題：</a:t>
            </a:r>
          </a:p>
          <a:p>
            <a:pPr marL="457200" lvl="1" indent="0" algn="l">
              <a:spcBef>
                <a:spcPts val="0"/>
              </a:spcBef>
              <a:spcAft>
                <a:spcPts val="600"/>
              </a:spcAft>
            </a:pPr>
            <a:r>
              <a:rPr lang="zh-TW" altLang="en-US" sz="1600" b="1" dirty="0"/>
              <a:t>使用單一測站 → 模型準確度有限</a:t>
            </a:r>
            <a:endParaRPr lang="en-US" altLang="zh-TW" sz="1600" b="1" dirty="0"/>
          </a:p>
          <a:p>
            <a:pPr marL="457200" lvl="1" indent="0" algn="l">
              <a:spcBef>
                <a:spcPts val="0"/>
              </a:spcBef>
              <a:spcAft>
                <a:spcPts val="600"/>
              </a:spcAft>
            </a:pPr>
            <a:r>
              <a:rPr lang="zh-TW" altLang="en-US" sz="1600" b="1" dirty="0"/>
              <a:t>僅有基本氣象資料 → 模型學習空間不足</a:t>
            </a:r>
            <a:endParaRPr lang="en-US" altLang="zh-TW" sz="1600" b="1" dirty="0"/>
          </a:p>
          <a:p>
            <a:pPr marL="285750" lvl="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b="1" dirty="0"/>
              <a:t>改進方向：</a:t>
            </a:r>
          </a:p>
          <a:p>
            <a:pPr marL="457200" lvl="1" indent="0" algn="l">
              <a:spcBef>
                <a:spcPts val="0"/>
              </a:spcBef>
              <a:spcAft>
                <a:spcPts val="600"/>
              </a:spcAft>
            </a:pPr>
            <a:r>
              <a:rPr lang="zh-TW" altLang="en-US" sz="1600" b="1" dirty="0"/>
              <a:t>多測站合併學習</a:t>
            </a:r>
            <a:endParaRPr lang="en-US" altLang="zh-TW" sz="1600" b="1" dirty="0"/>
          </a:p>
          <a:p>
            <a:pPr marL="457200" lvl="1" indent="0" algn="l">
              <a:spcBef>
                <a:spcPts val="0"/>
              </a:spcBef>
              <a:spcAft>
                <a:spcPts val="600"/>
              </a:spcAft>
            </a:pPr>
            <a:r>
              <a:rPr lang="zh-TW" altLang="en-US" sz="1600" b="1" dirty="0"/>
              <a:t>加入更多氣象特徵</a:t>
            </a:r>
          </a:p>
          <a:p>
            <a:pPr marL="800100" lvl="1" indent="-342900" algn="l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endParaRPr lang="zh-TW" altLang="en-US" sz="1600" b="1" dirty="0"/>
          </a:p>
        </p:txBody>
      </p:sp>
      <p:pic>
        <p:nvPicPr>
          <p:cNvPr id="366" name="Google Shape;366;p28">
            <a:extLst>
              <a:ext uri="{FF2B5EF4-FFF2-40B4-BE49-F238E27FC236}">
                <a16:creationId xmlns:a16="http://schemas.microsoft.com/office/drawing/2014/main" id="{04AF23C9-95F3-15DD-DABA-BEC8647784F5}"/>
              </a:ext>
            </a:extLst>
          </p:cNvPr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0800000" flipH="1">
            <a:off x="6649587" y="2840176"/>
            <a:ext cx="2706802" cy="2709448"/>
          </a:xfrm>
          <a:prstGeom prst="rect">
            <a:avLst/>
          </a:prstGeom>
          <a:noFill/>
          <a:ln>
            <a:noFill/>
          </a:ln>
          <a:effectLst>
            <a:outerShdw blurRad="85725" dist="19050" dir="5400000" algn="bl" rotWithShape="0">
              <a:schemeClr val="accent3">
                <a:alpha val="50000"/>
              </a:schemeClr>
            </a:outerShdw>
          </a:effectLst>
        </p:spPr>
      </p:pic>
      <p:pic>
        <p:nvPicPr>
          <p:cNvPr id="367" name="Google Shape;367;p28">
            <a:extLst>
              <a:ext uri="{FF2B5EF4-FFF2-40B4-BE49-F238E27FC236}">
                <a16:creationId xmlns:a16="http://schemas.microsoft.com/office/drawing/2014/main" id="{6A01BC8A-70C4-2B17-4766-76812195CE7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3526" y="-133668"/>
            <a:ext cx="2231373" cy="11282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lt1">
                <a:alpha val="30000"/>
              </a:schemeClr>
            </a:outerShdw>
          </a:effectLst>
        </p:spPr>
      </p:pic>
      <p:pic>
        <p:nvPicPr>
          <p:cNvPr id="368" name="Google Shape;368;p28">
            <a:extLst>
              <a:ext uri="{FF2B5EF4-FFF2-40B4-BE49-F238E27FC236}">
                <a16:creationId xmlns:a16="http://schemas.microsoft.com/office/drawing/2014/main" id="{4FD4CD2C-8CA2-E634-FD68-C138D5F8534B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212388" y="-133668"/>
            <a:ext cx="1196150" cy="8754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lt1">
                <a:alpha val="30000"/>
              </a:schemeClr>
            </a:outerShdw>
          </a:effectLst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EFF11646-79F9-4C3A-88A1-44E63CB672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6630" y="1767562"/>
            <a:ext cx="2695951" cy="952633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4DB0442B-D9DF-4828-B281-39E1959702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68" y="3375938"/>
            <a:ext cx="8718928" cy="480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4944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>
          <a:extLst>
            <a:ext uri="{FF2B5EF4-FFF2-40B4-BE49-F238E27FC236}">
              <a16:creationId xmlns:a16="http://schemas.microsoft.com/office/drawing/2014/main" id="{99EC9BB0-ABFD-86F7-4478-B74EDEF07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8">
            <a:extLst>
              <a:ext uri="{FF2B5EF4-FFF2-40B4-BE49-F238E27FC236}">
                <a16:creationId xmlns:a16="http://schemas.microsoft.com/office/drawing/2014/main" id="{457A1099-AC56-4D6F-220C-5845518885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5687" y="504410"/>
            <a:ext cx="3354931" cy="47483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000" dirty="0"/>
              <a:t>問題與改進方向</a:t>
            </a:r>
            <a:endParaRPr sz="3000" dirty="0"/>
          </a:p>
        </p:txBody>
      </p:sp>
      <p:sp>
        <p:nvSpPr>
          <p:cNvPr id="364" name="Google Shape;364;p28">
            <a:extLst>
              <a:ext uri="{FF2B5EF4-FFF2-40B4-BE49-F238E27FC236}">
                <a16:creationId xmlns:a16="http://schemas.microsoft.com/office/drawing/2014/main" id="{4F4D667E-ED36-EE83-2DBD-1C1DF5A596B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40056" y="1111548"/>
            <a:ext cx="3024779" cy="29824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b="1" dirty="0"/>
              <a:t>問題：</a:t>
            </a:r>
          </a:p>
          <a:p>
            <a:pPr marL="457200" lvl="1" indent="0" algn="l">
              <a:spcBef>
                <a:spcPts val="0"/>
              </a:spcBef>
              <a:spcAft>
                <a:spcPts val="600"/>
              </a:spcAft>
            </a:pPr>
            <a:r>
              <a:rPr lang="zh-TW" altLang="zh-TW" b="1" dirty="0"/>
              <a:t>模型泛化不足</a:t>
            </a:r>
            <a:r>
              <a:rPr lang="zh-TW" altLang="zh-TW" dirty="0"/>
              <a:t>：平滑預測顯示過度平均，對極端事件預測困難。</a:t>
            </a:r>
            <a:endParaRPr lang="zh-TW" altLang="en-US" sz="1600" b="1" dirty="0"/>
          </a:p>
          <a:p>
            <a:pPr marL="285750" lvl="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b="1" dirty="0"/>
              <a:t>改進方向：</a:t>
            </a:r>
          </a:p>
          <a:p>
            <a:pPr marL="457200" lvl="1" indent="0" algn="l">
              <a:spcBef>
                <a:spcPts val="0"/>
              </a:spcBef>
              <a:spcAft>
                <a:spcPts val="600"/>
              </a:spcAft>
            </a:pPr>
            <a:r>
              <a:rPr lang="en-US" altLang="zh-TW" sz="1400" b="1" dirty="0"/>
              <a:t>Multi-head </a:t>
            </a:r>
            <a:r>
              <a:rPr lang="zh-TW" altLang="en-US" sz="1400" b="1" dirty="0"/>
              <a:t>獨立</a:t>
            </a:r>
            <a:r>
              <a:rPr lang="en-US" altLang="zh-TW" sz="1400" b="1" dirty="0"/>
              <a:t>decoder</a:t>
            </a:r>
            <a:r>
              <a:rPr lang="zh-TW" altLang="en-US" dirty="0"/>
              <a:t> →強化泛化能力</a:t>
            </a:r>
            <a:endParaRPr lang="en-US" altLang="zh-TW" dirty="0"/>
          </a:p>
        </p:txBody>
      </p:sp>
      <p:pic>
        <p:nvPicPr>
          <p:cNvPr id="365" name="Google Shape;365;p28">
            <a:extLst>
              <a:ext uri="{FF2B5EF4-FFF2-40B4-BE49-F238E27FC236}">
                <a16:creationId xmlns:a16="http://schemas.microsoft.com/office/drawing/2014/main" id="{66EF93D1-947E-9D37-B56D-4D3F5D17AFB9}"/>
              </a:ext>
            </a:extLst>
          </p:cNvPr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0800000">
            <a:off x="-212388" y="2840176"/>
            <a:ext cx="2706802" cy="2709448"/>
          </a:xfrm>
          <a:prstGeom prst="rect">
            <a:avLst/>
          </a:prstGeom>
          <a:noFill/>
          <a:ln>
            <a:noFill/>
          </a:ln>
          <a:effectLst>
            <a:outerShdw blurRad="85725" dist="19050" dir="5400000" algn="bl" rotWithShape="0">
              <a:schemeClr val="accent3">
                <a:alpha val="50000"/>
              </a:schemeClr>
            </a:outerShdw>
          </a:effectLst>
        </p:spPr>
      </p:pic>
      <p:pic>
        <p:nvPicPr>
          <p:cNvPr id="366" name="Google Shape;366;p28">
            <a:extLst>
              <a:ext uri="{FF2B5EF4-FFF2-40B4-BE49-F238E27FC236}">
                <a16:creationId xmlns:a16="http://schemas.microsoft.com/office/drawing/2014/main" id="{04AF23C9-95F3-15DD-DABA-BEC8647784F5}"/>
              </a:ext>
            </a:extLst>
          </p:cNvPr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0800000" flipH="1">
            <a:off x="6649587" y="2840176"/>
            <a:ext cx="2706802" cy="2709448"/>
          </a:xfrm>
          <a:prstGeom prst="rect">
            <a:avLst/>
          </a:prstGeom>
          <a:noFill/>
          <a:ln>
            <a:noFill/>
          </a:ln>
          <a:effectLst>
            <a:outerShdw blurRad="85725" dist="19050" dir="5400000" algn="bl" rotWithShape="0">
              <a:schemeClr val="accent3">
                <a:alpha val="50000"/>
              </a:schemeClr>
            </a:outerShdw>
          </a:effectLst>
        </p:spPr>
      </p:pic>
      <p:pic>
        <p:nvPicPr>
          <p:cNvPr id="367" name="Google Shape;367;p28">
            <a:extLst>
              <a:ext uri="{FF2B5EF4-FFF2-40B4-BE49-F238E27FC236}">
                <a16:creationId xmlns:a16="http://schemas.microsoft.com/office/drawing/2014/main" id="{6A01BC8A-70C4-2B17-4766-76812195CE7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3526" y="-133668"/>
            <a:ext cx="2231373" cy="11282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lt1">
                <a:alpha val="30000"/>
              </a:schemeClr>
            </a:outerShdw>
          </a:effectLst>
        </p:spPr>
      </p:pic>
      <p:pic>
        <p:nvPicPr>
          <p:cNvPr id="368" name="Google Shape;368;p28">
            <a:extLst>
              <a:ext uri="{FF2B5EF4-FFF2-40B4-BE49-F238E27FC236}">
                <a16:creationId xmlns:a16="http://schemas.microsoft.com/office/drawing/2014/main" id="{4FD4CD2C-8CA2-E634-FD68-C138D5F8534B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212388" y="-133668"/>
            <a:ext cx="1196150" cy="8754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lt1">
                <a:alpha val="30000"/>
              </a:schemeClr>
            </a:outerShdw>
          </a:effectLst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2195EB81-0F66-4593-A938-81A6446440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2445" y="3926045"/>
            <a:ext cx="6582694" cy="200053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011A3112-F31F-4192-8BEC-AC7A71D21B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7051" y="1276540"/>
            <a:ext cx="4794445" cy="213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3799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>
          <a:extLst>
            <a:ext uri="{FF2B5EF4-FFF2-40B4-BE49-F238E27FC236}">
              <a16:creationId xmlns:a16="http://schemas.microsoft.com/office/drawing/2014/main" id="{99EC9BB0-ABFD-86F7-4478-B74EDEF07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8">
            <a:extLst>
              <a:ext uri="{FF2B5EF4-FFF2-40B4-BE49-F238E27FC236}">
                <a16:creationId xmlns:a16="http://schemas.microsoft.com/office/drawing/2014/main" id="{457A1099-AC56-4D6F-220C-5845518885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5687" y="504410"/>
            <a:ext cx="3354931" cy="47483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000" dirty="0"/>
              <a:t>問題與改進方向</a:t>
            </a:r>
            <a:endParaRPr sz="3000" dirty="0"/>
          </a:p>
        </p:txBody>
      </p:sp>
      <p:sp>
        <p:nvSpPr>
          <p:cNvPr id="364" name="Google Shape;364;p28">
            <a:extLst>
              <a:ext uri="{FF2B5EF4-FFF2-40B4-BE49-F238E27FC236}">
                <a16:creationId xmlns:a16="http://schemas.microsoft.com/office/drawing/2014/main" id="{4F4D667E-ED36-EE83-2DBD-1C1DF5A596B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40056" y="1111548"/>
            <a:ext cx="3024779" cy="29824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b="1" dirty="0"/>
              <a:t>問題：</a:t>
            </a:r>
          </a:p>
          <a:p>
            <a:pPr marL="457200" lvl="1" indent="0" algn="l">
              <a:spcBef>
                <a:spcPts val="0"/>
              </a:spcBef>
              <a:spcAft>
                <a:spcPts val="600"/>
              </a:spcAft>
            </a:pPr>
            <a:r>
              <a:rPr lang="zh-TW" altLang="zh-TW" b="1" dirty="0"/>
              <a:t>模型泛化不足</a:t>
            </a:r>
            <a:r>
              <a:rPr lang="zh-TW" altLang="zh-TW" dirty="0"/>
              <a:t>：平滑預測顯示過度平均，對極端事件預測困難。</a:t>
            </a:r>
            <a:endParaRPr lang="zh-TW" altLang="en-US" sz="1600" b="1" dirty="0"/>
          </a:p>
          <a:p>
            <a:pPr marL="285750" lvl="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b="1" dirty="0"/>
              <a:t>改進方向：</a:t>
            </a:r>
          </a:p>
          <a:p>
            <a:pPr marL="457200" lvl="1" indent="0" algn="l">
              <a:spcBef>
                <a:spcPts val="0"/>
              </a:spcBef>
              <a:spcAft>
                <a:spcPts val="600"/>
              </a:spcAft>
            </a:pPr>
            <a:r>
              <a:rPr lang="zh-TW" altLang="en-US" dirty="0"/>
              <a:t>令模型改為學習變化量 → 訓練 </a:t>
            </a:r>
            <a:r>
              <a:rPr lang="en-US" altLang="zh-TW" dirty="0"/>
              <a:t>(</a:t>
            </a:r>
            <a:r>
              <a:rPr lang="zh-TW" altLang="en-US" dirty="0"/>
              <a:t>溫度</a:t>
            </a:r>
            <a:r>
              <a:rPr lang="en-US" altLang="zh-TW" dirty="0"/>
              <a:t>)</a:t>
            </a:r>
            <a:r>
              <a:rPr lang="zh-TW" altLang="en-US" dirty="0"/>
              <a:t> 資料去平均</a:t>
            </a:r>
            <a:endParaRPr lang="en-US" altLang="zh-TW" dirty="0"/>
          </a:p>
        </p:txBody>
      </p:sp>
      <p:pic>
        <p:nvPicPr>
          <p:cNvPr id="365" name="Google Shape;365;p28">
            <a:extLst>
              <a:ext uri="{FF2B5EF4-FFF2-40B4-BE49-F238E27FC236}">
                <a16:creationId xmlns:a16="http://schemas.microsoft.com/office/drawing/2014/main" id="{66EF93D1-947E-9D37-B56D-4D3F5D17AFB9}"/>
              </a:ext>
            </a:extLst>
          </p:cNvPr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0800000">
            <a:off x="-212388" y="2840176"/>
            <a:ext cx="2706802" cy="2709448"/>
          </a:xfrm>
          <a:prstGeom prst="rect">
            <a:avLst/>
          </a:prstGeom>
          <a:noFill/>
          <a:ln>
            <a:noFill/>
          </a:ln>
          <a:effectLst>
            <a:outerShdw blurRad="85725" dist="19050" dir="5400000" algn="bl" rotWithShape="0">
              <a:schemeClr val="accent3">
                <a:alpha val="50000"/>
              </a:schemeClr>
            </a:outerShdw>
          </a:effectLst>
        </p:spPr>
      </p:pic>
      <p:pic>
        <p:nvPicPr>
          <p:cNvPr id="366" name="Google Shape;366;p28">
            <a:extLst>
              <a:ext uri="{FF2B5EF4-FFF2-40B4-BE49-F238E27FC236}">
                <a16:creationId xmlns:a16="http://schemas.microsoft.com/office/drawing/2014/main" id="{04AF23C9-95F3-15DD-DABA-BEC8647784F5}"/>
              </a:ext>
            </a:extLst>
          </p:cNvPr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0800000" flipH="1">
            <a:off x="6649587" y="2840176"/>
            <a:ext cx="2706802" cy="2709448"/>
          </a:xfrm>
          <a:prstGeom prst="rect">
            <a:avLst/>
          </a:prstGeom>
          <a:noFill/>
          <a:ln>
            <a:noFill/>
          </a:ln>
          <a:effectLst>
            <a:outerShdw blurRad="85725" dist="19050" dir="5400000" algn="bl" rotWithShape="0">
              <a:schemeClr val="accent3">
                <a:alpha val="50000"/>
              </a:schemeClr>
            </a:outerShdw>
          </a:effectLst>
        </p:spPr>
      </p:pic>
      <p:pic>
        <p:nvPicPr>
          <p:cNvPr id="367" name="Google Shape;367;p28">
            <a:extLst>
              <a:ext uri="{FF2B5EF4-FFF2-40B4-BE49-F238E27FC236}">
                <a16:creationId xmlns:a16="http://schemas.microsoft.com/office/drawing/2014/main" id="{6A01BC8A-70C4-2B17-4766-76812195CE7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3526" y="-133668"/>
            <a:ext cx="2231373" cy="11282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lt1">
                <a:alpha val="30000"/>
              </a:schemeClr>
            </a:outerShdw>
          </a:effectLst>
        </p:spPr>
      </p:pic>
      <p:pic>
        <p:nvPicPr>
          <p:cNvPr id="368" name="Google Shape;368;p28">
            <a:extLst>
              <a:ext uri="{FF2B5EF4-FFF2-40B4-BE49-F238E27FC236}">
                <a16:creationId xmlns:a16="http://schemas.microsoft.com/office/drawing/2014/main" id="{4FD4CD2C-8CA2-E634-FD68-C138D5F8534B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212388" y="-133668"/>
            <a:ext cx="1196150" cy="8754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lt1">
                <a:alpha val="30000"/>
              </a:schemeClr>
            </a:outerShdw>
          </a:effectLst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CEF95A69-80B1-4280-87C3-A455CFED16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0679" y="2070692"/>
            <a:ext cx="4268006" cy="1002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4939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>
          <a:extLst>
            <a:ext uri="{FF2B5EF4-FFF2-40B4-BE49-F238E27FC236}">
              <a16:creationId xmlns:a16="http://schemas.microsoft.com/office/drawing/2014/main" id="{99EC9BB0-ABFD-86F7-4478-B74EDEF07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8">
            <a:extLst>
              <a:ext uri="{FF2B5EF4-FFF2-40B4-BE49-F238E27FC236}">
                <a16:creationId xmlns:a16="http://schemas.microsoft.com/office/drawing/2014/main" id="{457A1099-AC56-4D6F-220C-5845518885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5687" y="504410"/>
            <a:ext cx="3354931" cy="47483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000" dirty="0"/>
              <a:t>問題與改進方向</a:t>
            </a:r>
            <a:endParaRPr sz="3000" dirty="0"/>
          </a:p>
        </p:txBody>
      </p:sp>
      <p:sp>
        <p:nvSpPr>
          <p:cNvPr id="364" name="Google Shape;364;p28">
            <a:extLst>
              <a:ext uri="{FF2B5EF4-FFF2-40B4-BE49-F238E27FC236}">
                <a16:creationId xmlns:a16="http://schemas.microsoft.com/office/drawing/2014/main" id="{4F4D667E-ED36-EE83-2DBD-1C1DF5A596B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40056" y="1111548"/>
            <a:ext cx="3024779" cy="29824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b="1" dirty="0"/>
              <a:t>問題：</a:t>
            </a:r>
          </a:p>
          <a:p>
            <a:pPr marL="457200" lvl="1" indent="0" algn="l">
              <a:spcBef>
                <a:spcPts val="0"/>
              </a:spcBef>
              <a:spcAft>
                <a:spcPts val="600"/>
              </a:spcAft>
            </a:pPr>
            <a:r>
              <a:rPr lang="zh-TW" altLang="zh-TW" b="1" dirty="0"/>
              <a:t>模型泛化不足</a:t>
            </a:r>
            <a:r>
              <a:rPr lang="zh-TW" altLang="zh-TW" dirty="0"/>
              <a:t>：平滑預測顯示過度平均，對極端事件預測困難。</a:t>
            </a:r>
            <a:endParaRPr lang="zh-TW" altLang="en-US" sz="1600" b="1" dirty="0"/>
          </a:p>
          <a:p>
            <a:pPr marL="285750" lvl="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b="1" dirty="0"/>
              <a:t>改進方向：</a:t>
            </a:r>
          </a:p>
          <a:p>
            <a:pPr marL="457200" lvl="1" indent="0" algn="l">
              <a:spcBef>
                <a:spcPts val="0"/>
              </a:spcBef>
              <a:spcAft>
                <a:spcPts val="600"/>
              </a:spcAft>
            </a:pPr>
            <a:r>
              <a:rPr lang="zh-TW" altLang="en-US" dirty="0"/>
              <a:t>每小時預測並套用自回歸 → 提高長期預測穩定性</a:t>
            </a:r>
          </a:p>
        </p:txBody>
      </p:sp>
      <p:pic>
        <p:nvPicPr>
          <p:cNvPr id="365" name="Google Shape;365;p28">
            <a:extLst>
              <a:ext uri="{FF2B5EF4-FFF2-40B4-BE49-F238E27FC236}">
                <a16:creationId xmlns:a16="http://schemas.microsoft.com/office/drawing/2014/main" id="{66EF93D1-947E-9D37-B56D-4D3F5D17AFB9}"/>
              </a:ext>
            </a:extLst>
          </p:cNvPr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0800000">
            <a:off x="-212388" y="2840176"/>
            <a:ext cx="2706802" cy="2709448"/>
          </a:xfrm>
          <a:prstGeom prst="rect">
            <a:avLst/>
          </a:prstGeom>
          <a:noFill/>
          <a:ln>
            <a:noFill/>
          </a:ln>
          <a:effectLst>
            <a:outerShdw blurRad="85725" dist="19050" dir="5400000" algn="bl" rotWithShape="0">
              <a:schemeClr val="accent3">
                <a:alpha val="50000"/>
              </a:schemeClr>
            </a:outerShdw>
          </a:effectLst>
        </p:spPr>
      </p:pic>
      <p:pic>
        <p:nvPicPr>
          <p:cNvPr id="366" name="Google Shape;366;p28">
            <a:extLst>
              <a:ext uri="{FF2B5EF4-FFF2-40B4-BE49-F238E27FC236}">
                <a16:creationId xmlns:a16="http://schemas.microsoft.com/office/drawing/2014/main" id="{04AF23C9-95F3-15DD-DABA-BEC8647784F5}"/>
              </a:ext>
            </a:extLst>
          </p:cNvPr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0800000" flipH="1">
            <a:off x="6649587" y="2840176"/>
            <a:ext cx="2706802" cy="2709448"/>
          </a:xfrm>
          <a:prstGeom prst="rect">
            <a:avLst/>
          </a:prstGeom>
          <a:noFill/>
          <a:ln>
            <a:noFill/>
          </a:ln>
          <a:effectLst>
            <a:outerShdw blurRad="85725" dist="19050" dir="5400000" algn="bl" rotWithShape="0">
              <a:schemeClr val="accent3">
                <a:alpha val="50000"/>
              </a:schemeClr>
            </a:outerShdw>
          </a:effectLst>
        </p:spPr>
      </p:pic>
      <p:pic>
        <p:nvPicPr>
          <p:cNvPr id="367" name="Google Shape;367;p28">
            <a:extLst>
              <a:ext uri="{FF2B5EF4-FFF2-40B4-BE49-F238E27FC236}">
                <a16:creationId xmlns:a16="http://schemas.microsoft.com/office/drawing/2014/main" id="{6A01BC8A-70C4-2B17-4766-76812195CE7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3526" y="-133668"/>
            <a:ext cx="2231373" cy="11282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lt1">
                <a:alpha val="30000"/>
              </a:schemeClr>
            </a:outerShdw>
          </a:effectLst>
        </p:spPr>
      </p:pic>
      <p:pic>
        <p:nvPicPr>
          <p:cNvPr id="368" name="Google Shape;368;p28">
            <a:extLst>
              <a:ext uri="{FF2B5EF4-FFF2-40B4-BE49-F238E27FC236}">
                <a16:creationId xmlns:a16="http://schemas.microsoft.com/office/drawing/2014/main" id="{4FD4CD2C-8CA2-E634-FD68-C138D5F8534B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212388" y="-133668"/>
            <a:ext cx="1196150" cy="8754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lt1">
                <a:alpha val="30000"/>
              </a:schemeClr>
            </a:outerShdw>
          </a:effectLst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A54B9B7-6D4C-492C-AA80-24DC6828A9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1465" y="1175539"/>
            <a:ext cx="3395630" cy="824454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B6C84EB9-5460-408D-8847-E24F783A76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9158" y="2125362"/>
            <a:ext cx="1940244" cy="2474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5556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>
          <a:extLst>
            <a:ext uri="{FF2B5EF4-FFF2-40B4-BE49-F238E27FC236}">
              <a16:creationId xmlns:a16="http://schemas.microsoft.com/office/drawing/2014/main" id="{C920E0B2-FB88-3B10-D3F8-708AF33A4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7">
            <a:extLst>
              <a:ext uri="{FF2B5EF4-FFF2-40B4-BE49-F238E27FC236}">
                <a16:creationId xmlns:a16="http://schemas.microsoft.com/office/drawing/2014/main" id="{0537D7F7-8393-0ED2-F3F5-FB36DC2DB8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04143" y="1664258"/>
            <a:ext cx="3879770" cy="144031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altLang="zh-TW" sz="4000" dirty="0"/>
              <a:t>DEMO </a:t>
            </a:r>
            <a:r>
              <a:rPr lang="zh-TW" altLang="en-US" sz="4000" dirty="0"/>
              <a:t>演示流程</a:t>
            </a:r>
            <a:endParaRPr sz="4000" dirty="0"/>
          </a:p>
        </p:txBody>
      </p:sp>
      <p:cxnSp>
        <p:nvCxnSpPr>
          <p:cNvPr id="357" name="Google Shape;357;p27">
            <a:extLst>
              <a:ext uri="{FF2B5EF4-FFF2-40B4-BE49-F238E27FC236}">
                <a16:creationId xmlns:a16="http://schemas.microsoft.com/office/drawing/2014/main" id="{66FB2128-0837-F9B5-CBC2-92F37D8E6102}"/>
              </a:ext>
            </a:extLst>
          </p:cNvPr>
          <p:cNvCxnSpPr/>
          <p:nvPr/>
        </p:nvCxnSpPr>
        <p:spPr>
          <a:xfrm>
            <a:off x="3800418" y="1543800"/>
            <a:ext cx="0" cy="1979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58" name="Google Shape;358;p27">
            <a:extLst>
              <a:ext uri="{FF2B5EF4-FFF2-40B4-BE49-F238E27FC236}">
                <a16:creationId xmlns:a16="http://schemas.microsoft.com/office/drawing/2014/main" id="{81AA59F9-9D08-5A5D-1063-A4C5691A2CA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5757" y="1212300"/>
            <a:ext cx="2624727" cy="251452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lt1">
                <a:alpha val="3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7003098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>
          <a:extLst>
            <a:ext uri="{FF2B5EF4-FFF2-40B4-BE49-F238E27FC236}">
              <a16:creationId xmlns:a16="http://schemas.microsoft.com/office/drawing/2014/main" id="{F2087742-12D4-D744-3869-136573DFE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8">
            <a:extLst>
              <a:ext uri="{FF2B5EF4-FFF2-40B4-BE49-F238E27FC236}">
                <a16:creationId xmlns:a16="http://schemas.microsoft.com/office/drawing/2014/main" id="{A832BC27-686E-2364-E089-B7E6767CAB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649" y="448654"/>
            <a:ext cx="8970702" cy="47483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>
              <a:spcAft>
                <a:spcPts val="600"/>
              </a:spcAft>
            </a:pPr>
            <a:r>
              <a:rPr lang="zh-TW" altLang="en-US" sz="3000" b="1" dirty="0"/>
              <a:t>演示 </a:t>
            </a:r>
            <a:r>
              <a:rPr lang="en-US" altLang="zh-TW" sz="3000" b="1" dirty="0" err="1"/>
              <a:t>evaluate.ipynb</a:t>
            </a:r>
            <a:r>
              <a:rPr lang="zh-TW" altLang="en-US" sz="3000" b="1" dirty="0"/>
              <a:t> 預測某週溫度與降雨</a:t>
            </a:r>
          </a:p>
        </p:txBody>
      </p:sp>
      <p:pic>
        <p:nvPicPr>
          <p:cNvPr id="365" name="Google Shape;365;p28">
            <a:extLst>
              <a:ext uri="{FF2B5EF4-FFF2-40B4-BE49-F238E27FC236}">
                <a16:creationId xmlns:a16="http://schemas.microsoft.com/office/drawing/2014/main" id="{92B0CBD1-40D2-7097-7C25-998E4D5A8C07}"/>
              </a:ext>
            </a:extLst>
          </p:cNvPr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0800000">
            <a:off x="-212388" y="2840176"/>
            <a:ext cx="2706802" cy="2709448"/>
          </a:xfrm>
          <a:prstGeom prst="rect">
            <a:avLst/>
          </a:prstGeom>
          <a:noFill/>
          <a:ln>
            <a:noFill/>
          </a:ln>
          <a:effectLst>
            <a:outerShdw blurRad="85725" dist="19050" dir="5400000" algn="bl" rotWithShape="0">
              <a:schemeClr val="accent3">
                <a:alpha val="50000"/>
              </a:schemeClr>
            </a:outerShdw>
          </a:effectLst>
        </p:spPr>
      </p:pic>
      <p:pic>
        <p:nvPicPr>
          <p:cNvPr id="366" name="Google Shape;366;p28">
            <a:extLst>
              <a:ext uri="{FF2B5EF4-FFF2-40B4-BE49-F238E27FC236}">
                <a16:creationId xmlns:a16="http://schemas.microsoft.com/office/drawing/2014/main" id="{CCF8CC31-11D0-C284-09B9-3A44B65D8AA0}"/>
              </a:ext>
            </a:extLst>
          </p:cNvPr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0800000" flipH="1">
            <a:off x="6649587" y="2840176"/>
            <a:ext cx="2706802" cy="2709448"/>
          </a:xfrm>
          <a:prstGeom prst="rect">
            <a:avLst/>
          </a:prstGeom>
          <a:noFill/>
          <a:ln>
            <a:noFill/>
          </a:ln>
          <a:effectLst>
            <a:outerShdw blurRad="85725" dist="19050" dir="5400000" algn="bl" rotWithShape="0">
              <a:schemeClr val="accent3">
                <a:alpha val="50000"/>
              </a:schemeClr>
            </a:outerShdw>
          </a:effectLst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876EC2B3-D9BA-4B40-96A6-4AC3DF0002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7808" y="2131850"/>
            <a:ext cx="5953956" cy="132416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16BF71E9-A95A-41B6-A56B-A606548C6B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7808" y="1487673"/>
            <a:ext cx="1467055" cy="34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4756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>
          <a:extLst>
            <a:ext uri="{FF2B5EF4-FFF2-40B4-BE49-F238E27FC236}">
              <a16:creationId xmlns:a16="http://schemas.microsoft.com/office/drawing/2014/main" id="{42E64F6D-DD18-E46B-AF60-A96C85F44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8">
            <a:extLst>
              <a:ext uri="{FF2B5EF4-FFF2-40B4-BE49-F238E27FC236}">
                <a16:creationId xmlns:a16="http://schemas.microsoft.com/office/drawing/2014/main" id="{80783818-7FE9-18D3-BD41-D7F2CCDE40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5687" y="504410"/>
            <a:ext cx="3918684" cy="47483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>
              <a:spcAft>
                <a:spcPts val="600"/>
              </a:spcAft>
            </a:pPr>
            <a:r>
              <a:rPr lang="zh-TW" altLang="en-US" sz="3000" b="1" dirty="0"/>
              <a:t>顯示預測結果圖表</a:t>
            </a:r>
          </a:p>
        </p:txBody>
      </p:sp>
      <p:pic>
        <p:nvPicPr>
          <p:cNvPr id="365" name="Google Shape;365;p28">
            <a:extLst>
              <a:ext uri="{FF2B5EF4-FFF2-40B4-BE49-F238E27FC236}">
                <a16:creationId xmlns:a16="http://schemas.microsoft.com/office/drawing/2014/main" id="{6D488025-2EE1-87C3-6BE6-0784869168D1}"/>
              </a:ext>
            </a:extLst>
          </p:cNvPr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0800000">
            <a:off x="-212388" y="2840176"/>
            <a:ext cx="2706802" cy="2709448"/>
          </a:xfrm>
          <a:prstGeom prst="rect">
            <a:avLst/>
          </a:prstGeom>
          <a:noFill/>
          <a:ln>
            <a:noFill/>
          </a:ln>
          <a:effectLst>
            <a:outerShdw blurRad="85725" dist="19050" dir="5400000" algn="bl" rotWithShape="0">
              <a:schemeClr val="accent3">
                <a:alpha val="50000"/>
              </a:schemeClr>
            </a:outerShdw>
          </a:effectLst>
        </p:spPr>
      </p:pic>
      <p:pic>
        <p:nvPicPr>
          <p:cNvPr id="366" name="Google Shape;366;p28">
            <a:extLst>
              <a:ext uri="{FF2B5EF4-FFF2-40B4-BE49-F238E27FC236}">
                <a16:creationId xmlns:a16="http://schemas.microsoft.com/office/drawing/2014/main" id="{7DD350AE-F60D-2BE1-8316-1B077C4F7320}"/>
              </a:ext>
            </a:extLst>
          </p:cNvPr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0800000" flipH="1">
            <a:off x="6649587" y="2840176"/>
            <a:ext cx="2706802" cy="2709448"/>
          </a:xfrm>
          <a:prstGeom prst="rect">
            <a:avLst/>
          </a:prstGeom>
          <a:noFill/>
          <a:ln>
            <a:noFill/>
          </a:ln>
          <a:effectLst>
            <a:outerShdw blurRad="85725" dist="19050" dir="5400000" algn="bl" rotWithShape="0">
              <a:schemeClr val="accent3">
                <a:alpha val="50000"/>
              </a:schemeClr>
            </a:outerShdw>
          </a:effectLst>
        </p:spPr>
      </p:pic>
      <p:pic>
        <p:nvPicPr>
          <p:cNvPr id="367" name="Google Shape;367;p28">
            <a:extLst>
              <a:ext uri="{FF2B5EF4-FFF2-40B4-BE49-F238E27FC236}">
                <a16:creationId xmlns:a16="http://schemas.microsoft.com/office/drawing/2014/main" id="{B8F8B8CE-52A9-441A-C302-9BC4D266E60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3526" y="-133668"/>
            <a:ext cx="2231373" cy="11282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lt1">
                <a:alpha val="30000"/>
              </a:schemeClr>
            </a:outerShdw>
          </a:effectLst>
        </p:spPr>
      </p:pic>
      <p:pic>
        <p:nvPicPr>
          <p:cNvPr id="368" name="Google Shape;368;p28">
            <a:extLst>
              <a:ext uri="{FF2B5EF4-FFF2-40B4-BE49-F238E27FC236}">
                <a16:creationId xmlns:a16="http://schemas.microsoft.com/office/drawing/2014/main" id="{7F3B5DAA-ECC2-0C14-BCC3-4E6BADD1A352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212388" y="-133668"/>
            <a:ext cx="1196150" cy="8754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lt1">
                <a:alpha val="30000"/>
              </a:schemeClr>
            </a:outerShdw>
          </a:effectLst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0E6095D1-5F94-4312-A8DC-851967DAA7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1880" y="1187313"/>
            <a:ext cx="4504980" cy="1776484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468DDBDD-0AB1-4667-80C7-E7DC39064F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1800" y="3171861"/>
            <a:ext cx="4405141" cy="1306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2065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>
          <a:extLst>
            <a:ext uri="{FF2B5EF4-FFF2-40B4-BE49-F238E27FC236}">
              <a16:creationId xmlns:a16="http://schemas.microsoft.com/office/drawing/2014/main" id="{42E64F6D-DD18-E46B-AF60-A96C85F44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8">
            <a:extLst>
              <a:ext uri="{FF2B5EF4-FFF2-40B4-BE49-F238E27FC236}">
                <a16:creationId xmlns:a16="http://schemas.microsoft.com/office/drawing/2014/main" id="{80783818-7FE9-18D3-BD41-D7F2CCDE40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5687" y="504410"/>
            <a:ext cx="3918684" cy="47483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>
              <a:spcAft>
                <a:spcPts val="600"/>
              </a:spcAft>
            </a:pPr>
            <a:r>
              <a:rPr lang="zh-TW" altLang="en-US" sz="3000" b="1" dirty="0"/>
              <a:t>顯示預測結果圖表</a:t>
            </a:r>
          </a:p>
        </p:txBody>
      </p:sp>
      <p:pic>
        <p:nvPicPr>
          <p:cNvPr id="365" name="Google Shape;365;p28">
            <a:extLst>
              <a:ext uri="{FF2B5EF4-FFF2-40B4-BE49-F238E27FC236}">
                <a16:creationId xmlns:a16="http://schemas.microsoft.com/office/drawing/2014/main" id="{6D488025-2EE1-87C3-6BE6-0784869168D1}"/>
              </a:ext>
            </a:extLst>
          </p:cNvPr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0800000">
            <a:off x="-212388" y="2840176"/>
            <a:ext cx="2706802" cy="2709448"/>
          </a:xfrm>
          <a:prstGeom prst="rect">
            <a:avLst/>
          </a:prstGeom>
          <a:noFill/>
          <a:ln>
            <a:noFill/>
          </a:ln>
          <a:effectLst>
            <a:outerShdw blurRad="85725" dist="19050" dir="5400000" algn="bl" rotWithShape="0">
              <a:schemeClr val="accent3">
                <a:alpha val="50000"/>
              </a:schemeClr>
            </a:outerShdw>
          </a:effectLst>
        </p:spPr>
      </p:pic>
      <p:pic>
        <p:nvPicPr>
          <p:cNvPr id="366" name="Google Shape;366;p28">
            <a:extLst>
              <a:ext uri="{FF2B5EF4-FFF2-40B4-BE49-F238E27FC236}">
                <a16:creationId xmlns:a16="http://schemas.microsoft.com/office/drawing/2014/main" id="{7DD350AE-F60D-2BE1-8316-1B077C4F7320}"/>
              </a:ext>
            </a:extLst>
          </p:cNvPr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0800000" flipH="1">
            <a:off x="6649587" y="2840176"/>
            <a:ext cx="2706802" cy="2709448"/>
          </a:xfrm>
          <a:prstGeom prst="rect">
            <a:avLst/>
          </a:prstGeom>
          <a:noFill/>
          <a:ln>
            <a:noFill/>
          </a:ln>
          <a:effectLst>
            <a:outerShdw blurRad="85725" dist="19050" dir="5400000" algn="bl" rotWithShape="0">
              <a:schemeClr val="accent3">
                <a:alpha val="50000"/>
              </a:schemeClr>
            </a:outerShdw>
          </a:effectLst>
        </p:spPr>
      </p:pic>
      <p:pic>
        <p:nvPicPr>
          <p:cNvPr id="367" name="Google Shape;367;p28">
            <a:extLst>
              <a:ext uri="{FF2B5EF4-FFF2-40B4-BE49-F238E27FC236}">
                <a16:creationId xmlns:a16="http://schemas.microsoft.com/office/drawing/2014/main" id="{B8F8B8CE-52A9-441A-C302-9BC4D266E60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3526" y="-133668"/>
            <a:ext cx="2231373" cy="11282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lt1">
                <a:alpha val="30000"/>
              </a:schemeClr>
            </a:outerShdw>
          </a:effectLst>
        </p:spPr>
      </p:pic>
      <p:pic>
        <p:nvPicPr>
          <p:cNvPr id="368" name="Google Shape;368;p28">
            <a:extLst>
              <a:ext uri="{FF2B5EF4-FFF2-40B4-BE49-F238E27FC236}">
                <a16:creationId xmlns:a16="http://schemas.microsoft.com/office/drawing/2014/main" id="{7F3B5DAA-ECC2-0C14-BCC3-4E6BADD1A352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212388" y="-133668"/>
            <a:ext cx="1196150" cy="8754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lt1">
                <a:alpha val="30000"/>
              </a:schemeClr>
            </a:outerShdw>
          </a:effectLst>
        </p:spPr>
      </p:pic>
      <p:pic>
        <p:nvPicPr>
          <p:cNvPr id="2" name="圖片 1" descr="一張含有 行, 繪圖, 文字, 圖表 的圖片&#10;&#10;AI 產生的內容可能不正確。">
            <a:extLst>
              <a:ext uri="{FF2B5EF4-FFF2-40B4-BE49-F238E27FC236}">
                <a16:creationId xmlns:a16="http://schemas.microsoft.com/office/drawing/2014/main" id="{E1DA9167-F8CD-314A-AE54-9CC1BCF61B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593" y="1262041"/>
            <a:ext cx="8082813" cy="315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850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>
          <a:extLst>
            <a:ext uri="{FF2B5EF4-FFF2-40B4-BE49-F238E27FC236}">
              <a16:creationId xmlns:a16="http://schemas.microsoft.com/office/drawing/2014/main" id="{09F7E9D3-6B08-C492-2612-3A036FA6F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7">
            <a:extLst>
              <a:ext uri="{FF2B5EF4-FFF2-40B4-BE49-F238E27FC236}">
                <a16:creationId xmlns:a16="http://schemas.microsoft.com/office/drawing/2014/main" id="{40355746-A1B3-9869-F29B-7CC5F87ECF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04143" y="1664258"/>
            <a:ext cx="3879770" cy="144031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zh-TW" altLang="en-US" sz="4000" dirty="0"/>
              <a:t>結論與心得</a:t>
            </a:r>
            <a:endParaRPr sz="4000" dirty="0"/>
          </a:p>
        </p:txBody>
      </p:sp>
      <p:cxnSp>
        <p:nvCxnSpPr>
          <p:cNvPr id="357" name="Google Shape;357;p27">
            <a:extLst>
              <a:ext uri="{FF2B5EF4-FFF2-40B4-BE49-F238E27FC236}">
                <a16:creationId xmlns:a16="http://schemas.microsoft.com/office/drawing/2014/main" id="{9DEE201F-F0AF-C27B-3945-664B7EAC3F95}"/>
              </a:ext>
            </a:extLst>
          </p:cNvPr>
          <p:cNvCxnSpPr/>
          <p:nvPr/>
        </p:nvCxnSpPr>
        <p:spPr>
          <a:xfrm>
            <a:off x="3800418" y="1543800"/>
            <a:ext cx="0" cy="1979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58" name="Google Shape;358;p27">
            <a:extLst>
              <a:ext uri="{FF2B5EF4-FFF2-40B4-BE49-F238E27FC236}">
                <a16:creationId xmlns:a16="http://schemas.microsoft.com/office/drawing/2014/main" id="{F0644C21-F22F-EF64-CF1E-CE308BC477F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5757" y="1212300"/>
            <a:ext cx="2624727" cy="251452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lt1">
                <a:alpha val="3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11546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結論和心得</a:t>
            </a:r>
            <a:endParaRPr dirty="0"/>
          </a:p>
        </p:txBody>
      </p:sp>
      <p:sp>
        <p:nvSpPr>
          <p:cNvPr id="6" name="Google Shape;316;p25">
            <a:extLst>
              <a:ext uri="{FF2B5EF4-FFF2-40B4-BE49-F238E27FC236}">
                <a16:creationId xmlns:a16="http://schemas.microsoft.com/office/drawing/2014/main" id="{9281385B-B0E9-3F9A-57F5-5E2C48850BD9}"/>
              </a:ext>
            </a:extLst>
          </p:cNvPr>
          <p:cNvSpPr txBox="1"/>
          <p:nvPr/>
        </p:nvSpPr>
        <p:spPr>
          <a:xfrm>
            <a:off x="2544618" y="1155812"/>
            <a:ext cx="4216400" cy="283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285750" lvl="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zh-TW" altLang="en-US" sz="16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結論：</a:t>
            </a:r>
          </a:p>
          <a:p>
            <a:pPr lvl="0">
              <a:buClr>
                <a:schemeClr val="bg1"/>
              </a:buClr>
            </a:pPr>
            <a:endParaRPr lang="zh-TW" altLang="en-US" sz="1600" b="1" dirty="0">
              <a:solidFill>
                <a:schemeClr val="bg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342900" lvl="0" indent="-342900">
              <a:buClr>
                <a:schemeClr val="bg1"/>
              </a:buClr>
              <a:buFont typeface="+mj-lt"/>
              <a:buAutoNum type="arabicPeriod"/>
            </a:pPr>
            <a:r>
              <a:rPr lang="en-US" altLang="zh-TW" sz="16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Transformer </a:t>
            </a:r>
            <a:r>
              <a:rPr lang="zh-TW" altLang="en-US" sz="16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架構在處理氣象預測具潛力</a:t>
            </a:r>
          </a:p>
          <a:p>
            <a:pPr marL="342900" lvl="0" indent="-342900">
              <a:buClr>
                <a:schemeClr val="bg1"/>
              </a:buClr>
              <a:buFont typeface="+mj-lt"/>
              <a:buAutoNum type="arabicPeriod"/>
            </a:pPr>
            <a:endParaRPr lang="zh-TW" altLang="en-US" sz="1600" b="1" dirty="0">
              <a:solidFill>
                <a:schemeClr val="bg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342900" lvl="0" indent="-342900">
              <a:buClr>
                <a:schemeClr val="bg1"/>
              </a:buClr>
              <a:buFont typeface="+mj-lt"/>
              <a:buAutoNum type="arabicPeriod"/>
            </a:pPr>
            <a:r>
              <a:rPr lang="zh-TW" altLang="en-US" sz="16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氣象數據仍需大規模、多變量支持</a:t>
            </a:r>
          </a:p>
          <a:p>
            <a:pPr lvl="0">
              <a:buClr>
                <a:schemeClr val="bg1"/>
              </a:buClr>
            </a:pPr>
            <a:endParaRPr lang="zh-TW" altLang="en-US" sz="1600" b="1" dirty="0">
              <a:solidFill>
                <a:schemeClr val="bg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285750" lvl="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zh-TW" altLang="en-US" sz="16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心得：</a:t>
            </a:r>
          </a:p>
          <a:p>
            <a:pPr marL="342900" lvl="0" indent="-342900">
              <a:buClr>
                <a:schemeClr val="bg1"/>
              </a:buClr>
              <a:buFont typeface="+mj-lt"/>
              <a:buAutoNum type="arabicPeriod"/>
            </a:pPr>
            <a:endParaRPr lang="zh-TW" altLang="en-US" sz="1600" b="1" dirty="0">
              <a:solidFill>
                <a:schemeClr val="bg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342900" lvl="0" indent="-342900">
              <a:buClr>
                <a:schemeClr val="bg1"/>
              </a:buClr>
              <a:buFont typeface="+mj-lt"/>
              <a:buAutoNum type="arabicPeriod"/>
            </a:pPr>
            <a:r>
              <a:rPr lang="zh-TW" altLang="en-US" sz="16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資料前處理對模型結果影響極大</a:t>
            </a:r>
          </a:p>
          <a:p>
            <a:pPr marL="342900" lvl="0" indent="-342900">
              <a:buClr>
                <a:schemeClr val="bg1"/>
              </a:buClr>
              <a:buFont typeface="+mj-lt"/>
              <a:buAutoNum type="arabicPeriod"/>
            </a:pPr>
            <a:endParaRPr lang="zh-TW" altLang="en-US" sz="1600" b="1" dirty="0">
              <a:solidFill>
                <a:schemeClr val="bg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342900" lvl="0" indent="-342900">
              <a:buClr>
                <a:schemeClr val="bg1"/>
              </a:buClr>
              <a:buFont typeface="+mj-lt"/>
              <a:buAutoNum type="arabicPeriod"/>
            </a:pPr>
            <a:r>
              <a:rPr lang="zh-TW" altLang="en-US" sz="16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深度學習模型之調參與監控流程需持續優化</a:t>
            </a:r>
            <a:endParaRPr sz="1600" b="1" dirty="0">
              <a:solidFill>
                <a:schemeClr val="bg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627153B-7C2B-4844-B780-A4B715C52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182" y="1241627"/>
            <a:ext cx="7794642" cy="307372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結論和心得</a:t>
            </a:r>
            <a:endParaRPr dirty="0"/>
          </a:p>
        </p:txBody>
      </p:sp>
      <p:sp>
        <p:nvSpPr>
          <p:cNvPr id="6" name="Google Shape;316;p25">
            <a:extLst>
              <a:ext uri="{FF2B5EF4-FFF2-40B4-BE49-F238E27FC236}">
                <a16:creationId xmlns:a16="http://schemas.microsoft.com/office/drawing/2014/main" id="{9281385B-B0E9-3F9A-57F5-5E2C48850BD9}"/>
              </a:ext>
            </a:extLst>
          </p:cNvPr>
          <p:cNvSpPr txBox="1"/>
          <p:nvPr/>
        </p:nvSpPr>
        <p:spPr>
          <a:xfrm>
            <a:off x="2065176" y="1447431"/>
            <a:ext cx="4216400" cy="283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285750" lvl="0" indent="-285750" algn="ctr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zh-TW" altLang="en-US" sz="16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心得</a:t>
            </a:r>
            <a:r>
              <a:rPr lang="en-US" altLang="zh-TW" sz="16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&amp;</a:t>
            </a:r>
            <a:r>
              <a:rPr lang="zh-TW" altLang="en-US" sz="16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結論：</a:t>
            </a:r>
          </a:p>
          <a:p>
            <a:pPr lvl="0" algn="ctr">
              <a:buClr>
                <a:schemeClr val="bg1"/>
              </a:buClr>
            </a:pPr>
            <a:endParaRPr lang="zh-TW" altLang="en-US" sz="1600" b="1" dirty="0">
              <a:solidFill>
                <a:schemeClr val="bg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342900" lvl="0" indent="-342900" algn="ctr">
              <a:buClr>
                <a:schemeClr val="bg1"/>
              </a:buClr>
              <a:buFont typeface="+mj-lt"/>
              <a:buAutoNum type="arabicPeriod"/>
            </a:pPr>
            <a:r>
              <a:rPr lang="en-US" altLang="zh-TW" sz="16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Transformer </a:t>
            </a:r>
            <a:r>
              <a:rPr lang="zh-TW" altLang="en-US" sz="16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可用 </a:t>
            </a:r>
            <a:r>
              <a:rPr lang="en-US" altLang="zh-TW" sz="16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?</a:t>
            </a:r>
          </a:p>
          <a:p>
            <a:pPr marL="342900" lvl="0" indent="-342900" algn="ctr">
              <a:buClr>
                <a:schemeClr val="bg1"/>
              </a:buClr>
              <a:buFont typeface="+mj-lt"/>
              <a:buAutoNum type="arabicPeriod"/>
            </a:pPr>
            <a:endParaRPr lang="en-US" altLang="zh-TW" sz="1600" b="1" dirty="0">
              <a:solidFill>
                <a:schemeClr val="bg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342900" lvl="0" indent="-342900" algn="ctr">
              <a:buClr>
                <a:schemeClr val="bg1"/>
              </a:buClr>
              <a:buFont typeface="+mj-lt"/>
              <a:buAutoNum type="arabicPeriod"/>
            </a:pPr>
            <a:r>
              <a:rPr lang="zh-TW" altLang="en-US" sz="16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資料特徵不足</a:t>
            </a:r>
            <a:endParaRPr lang="en-US" altLang="zh-TW" sz="1600" b="1" dirty="0">
              <a:solidFill>
                <a:schemeClr val="bg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342900" lvl="0" indent="-342900" algn="ctr">
              <a:buClr>
                <a:schemeClr val="bg1"/>
              </a:buClr>
              <a:buFont typeface="+mj-lt"/>
              <a:buAutoNum type="arabicPeriod"/>
            </a:pPr>
            <a:endParaRPr lang="en-US" altLang="zh-TW" sz="1600" b="1" dirty="0">
              <a:solidFill>
                <a:schemeClr val="bg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342900" lvl="0" indent="-342900" algn="ctr">
              <a:buClr>
                <a:schemeClr val="bg1"/>
              </a:buClr>
              <a:buFont typeface="+mj-lt"/>
              <a:buAutoNum type="arabicPeriod"/>
            </a:pPr>
            <a:r>
              <a:rPr lang="zh-TW" altLang="en-US" sz="16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專題選題重要性</a:t>
            </a:r>
            <a:endParaRPr lang="en-US" altLang="zh-TW" sz="1600" b="1" dirty="0">
              <a:solidFill>
                <a:schemeClr val="bg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  <p:extLst>
      <p:ext uri="{BB962C8B-B14F-4D97-AF65-F5344CB8AC3E}">
        <p14:creationId xmlns:p14="http://schemas.microsoft.com/office/powerpoint/2010/main" val="17361255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/>
            </a:gs>
            <a:gs pos="23000">
              <a:srgbClr val="895F81"/>
            </a:gs>
            <a:gs pos="100000">
              <a:schemeClr val="accent2"/>
            </a:gs>
          </a:gsLst>
          <a:lin ang="16198662" scaled="0"/>
        </a:gradFill>
        <a:effectLst/>
      </p:bgPr>
    </p:bg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7" name="Google Shape;1077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7227" y="3145552"/>
            <a:ext cx="1247025" cy="13243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lt1">
                <a:alpha val="30000"/>
              </a:schemeClr>
            </a:outerShdw>
          </a:effectLst>
        </p:spPr>
      </p:pic>
      <p:sp>
        <p:nvSpPr>
          <p:cNvPr id="1078" name="Google Shape;1078;p53"/>
          <p:cNvSpPr txBox="1">
            <a:spLocks noGrp="1"/>
          </p:cNvSpPr>
          <p:nvPr>
            <p:ph type="ctrTitle"/>
          </p:nvPr>
        </p:nvSpPr>
        <p:spPr>
          <a:xfrm>
            <a:off x="4208625" y="907006"/>
            <a:ext cx="5477242" cy="237528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endParaRPr dirty="0"/>
          </a:p>
        </p:txBody>
      </p:sp>
      <p:pic>
        <p:nvPicPr>
          <p:cNvPr id="1095" name="Google Shape;1095;p53"/>
          <p:cNvPicPr preferRelativeResize="0"/>
          <p:nvPr/>
        </p:nvPicPr>
        <p:blipFill>
          <a:blip r:embed="rId4">
            <a:alphaModFix amt="73000"/>
          </a:blip>
          <a:stretch>
            <a:fillRect/>
          </a:stretch>
        </p:blipFill>
        <p:spPr>
          <a:xfrm>
            <a:off x="410375" y="673572"/>
            <a:ext cx="3112450" cy="2812251"/>
          </a:xfrm>
          <a:prstGeom prst="rect">
            <a:avLst/>
          </a:prstGeom>
          <a:noFill/>
          <a:ln>
            <a:noFill/>
          </a:ln>
          <a:effectLst>
            <a:outerShdw blurRad="114300" dist="19050" dir="5400000" algn="bl" rotWithShape="0">
              <a:schemeClr val="lt1">
                <a:alpha val="50000"/>
              </a:schemeClr>
            </a:outerShdw>
          </a:effectLst>
        </p:spPr>
      </p:pic>
      <p:pic>
        <p:nvPicPr>
          <p:cNvPr id="1096" name="Google Shape;1096;p53"/>
          <p:cNvPicPr preferRelativeResize="0"/>
          <p:nvPr/>
        </p:nvPicPr>
        <p:blipFill>
          <a:blip r:embed="rId4">
            <a:alphaModFix amt="73000"/>
          </a:blip>
          <a:stretch>
            <a:fillRect/>
          </a:stretch>
        </p:blipFill>
        <p:spPr>
          <a:xfrm>
            <a:off x="1664950" y="2094647"/>
            <a:ext cx="1742962" cy="1574849"/>
          </a:xfrm>
          <a:prstGeom prst="rect">
            <a:avLst/>
          </a:prstGeom>
          <a:noFill/>
          <a:ln>
            <a:noFill/>
          </a:ln>
          <a:effectLst>
            <a:outerShdw blurRad="114300" dist="19050" dir="5400000" algn="bl" rotWithShape="0">
              <a:schemeClr val="lt1">
                <a:alpha val="50000"/>
              </a:scheme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alendar &amp; Weather Personal Organizer for High School by Slidesgo">
  <a:themeElements>
    <a:clrScheme name="Simple Light">
      <a:dk1>
        <a:srgbClr val="010101"/>
      </a:dk1>
      <a:lt1>
        <a:srgbClr val="FFFFFF"/>
      </a:lt1>
      <a:dk2>
        <a:srgbClr val="2D2E5A"/>
      </a:dk2>
      <a:lt2>
        <a:srgbClr val="565892"/>
      </a:lt2>
      <a:accent1>
        <a:srgbClr val="D6D4D0"/>
      </a:accent1>
      <a:accent2>
        <a:srgbClr val="484A7F"/>
      </a:accent2>
      <a:accent3>
        <a:srgbClr val="FFE7BA"/>
      </a:accent3>
      <a:accent4>
        <a:srgbClr val="C97383"/>
      </a:accent4>
      <a:accent5>
        <a:srgbClr val="1C527C"/>
      </a:accent5>
      <a:accent6>
        <a:srgbClr val="5890BB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719</Words>
  <Application>Microsoft Office PowerPoint</Application>
  <PresentationFormat>如螢幕大小 (16:9)</PresentationFormat>
  <Paragraphs>107</Paragraphs>
  <Slides>29</Slides>
  <Notes>29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29</vt:i4>
      </vt:variant>
    </vt:vector>
  </HeadingPairs>
  <TitlesOfParts>
    <vt:vector size="34" baseType="lpstr">
      <vt:lpstr>Bebas Neue</vt:lpstr>
      <vt:lpstr>Manrope ExtraBold</vt:lpstr>
      <vt:lpstr>Arial</vt:lpstr>
      <vt:lpstr>Quicksand</vt:lpstr>
      <vt:lpstr>Calendar &amp; Weather Personal Organizer for High School by Slidesgo</vt:lpstr>
      <vt:lpstr>感測與定位整合平台專題報告 Transformer 氣象預測模型</vt:lpstr>
      <vt:lpstr>OUTLINE</vt:lpstr>
      <vt:lpstr>專案動機與目標</vt:lpstr>
      <vt:lpstr>資料來源</vt:lpstr>
      <vt:lpstr>資料處理</vt:lpstr>
      <vt:lpstr>實驗一  不同輸入長度影響</vt:lpstr>
      <vt:lpstr>實驗一</vt:lpstr>
      <vt:lpstr>實驗一</vt:lpstr>
      <vt:lpstr>實驗二  模型預測長時間效果</vt:lpstr>
      <vt:lpstr>實驗二</vt:lpstr>
      <vt:lpstr>實驗二</vt:lpstr>
      <vt:lpstr>結果圖</vt:lpstr>
      <vt:lpstr>結果圖</vt:lpstr>
      <vt:lpstr>模型限制與改進</vt:lpstr>
      <vt:lpstr>問題與改進方向</vt:lpstr>
      <vt:lpstr>問題與改進方向</vt:lpstr>
      <vt:lpstr>問題與改進方向</vt:lpstr>
      <vt:lpstr>問題與改進方向</vt:lpstr>
      <vt:lpstr>問題與改進方向</vt:lpstr>
      <vt:lpstr>問題與改進方向</vt:lpstr>
      <vt:lpstr>問題與改進方向</vt:lpstr>
      <vt:lpstr>DEMO 演示流程</vt:lpstr>
      <vt:lpstr>演示 evaluate.ipynb 預測某週溫度與降雨</vt:lpstr>
      <vt:lpstr>顯示預測結果圖表</vt:lpstr>
      <vt:lpstr>顯示預測結果圖表</vt:lpstr>
      <vt:lpstr>結論與心得</vt:lpstr>
      <vt:lpstr>結論和心得</vt:lpstr>
      <vt:lpstr>結論和心得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感測與定位整合平台專題報告 Transformer 氣象預測模型</dc:title>
  <dc:creator>Tim</dc:creator>
  <cp:lastModifiedBy>翁家雋</cp:lastModifiedBy>
  <cp:revision>12</cp:revision>
  <dcterms:modified xsi:type="dcterms:W3CDTF">2025-06-09T13:23:38Z</dcterms:modified>
</cp:coreProperties>
</file>